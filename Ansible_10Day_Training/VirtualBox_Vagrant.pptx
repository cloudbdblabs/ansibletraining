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7315200" cy="12344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0C5E217-6288-2740-A352-914B0E257A24}">
          <p14:sldIdLst>
            <p14:sldId id="256"/>
            <p14:sldId id="26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888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71D142-6A70-A241-83FF-9B52B139C68F}" name="Seth Miller" initials="" userId="S::seth.m.miller@oracle.com::e138e0be-4987-4b55-a8d8-680fb8439a67" providerId="AD"/>
  <p188:author id="{D49CC771-BA19-CCE4-2130-93672A6183ED}" name="Seth Miller" initials="SMM" userId="Seth Miller" providerId="None"/>
  <p188:author id="{868AD486-DA9F-85F6-01F3-D8A905CB24CD}" name="Natarajan Shankar" initials="NS" userId="S::natarajan.shankar@oracle.com::adc3359b-9db1-46dc-80d3-c1755af2bf49" providerId="AD"/>
  <p188:author id="{5F3D31C3-30A0-1162-207F-8E45AC069083}" name="Alex Blyth" initials="AB" userId="S::alex.blyth@oracle.com::58e14eb5-55bc-4d40-9ae9-edb50329acf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elle Howell" initials="MH" lastIdx="4" clrIdx="0">
    <p:extLst>
      <p:ext uri="{19B8F6BF-5375-455C-9EA6-DF929625EA0E}">
        <p15:presenceInfo xmlns:p15="http://schemas.microsoft.com/office/powerpoint/2012/main" userId="Michelle How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9D9E"/>
    <a:srgbClr val="455C5C"/>
    <a:srgbClr val="759D6C"/>
    <a:srgbClr val="FDFEFE"/>
    <a:srgbClr val="FEFEFE"/>
    <a:srgbClr val="FFFEFE"/>
    <a:srgbClr val="FFFFFD"/>
    <a:srgbClr val="FFFFFE"/>
    <a:srgbClr val="FFFEFF"/>
    <a:srgbClr val="FE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53" autoAdjust="0"/>
    <p:restoredTop sz="96301"/>
  </p:normalViewPr>
  <p:slideViewPr>
    <p:cSldViewPr snapToGrid="0" showGuides="1">
      <p:cViewPr varScale="1">
        <p:scale>
          <a:sx n="123" d="100"/>
          <a:sy n="123" d="100"/>
        </p:scale>
        <p:origin x="232" y="2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66" d="100"/>
          <a:sy n="66" d="100"/>
        </p:scale>
        <p:origin x="0" y="0"/>
      </p:cViewPr>
      <p:guideLst>
        <p:guide orient="horz" pos="3888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alidharan Chellappan" userId="81c5c075-bd60-495b-97b6-d4c279d080db" providerId="ADAL" clId="{53374A28-22A4-5BAE-A754-F22835896862}"/>
    <pc:docChg chg="modSld">
      <pc:chgData name="Muralidharan Chellappan" userId="81c5c075-bd60-495b-97b6-d4c279d080db" providerId="ADAL" clId="{53374A28-22A4-5BAE-A754-F22835896862}" dt="2026-07-06T06:46:38.774" v="1" actId="1076"/>
      <pc:docMkLst>
        <pc:docMk/>
      </pc:docMkLst>
      <pc:sldChg chg="modSp mod">
        <pc:chgData name="Muralidharan Chellappan" userId="81c5c075-bd60-495b-97b6-d4c279d080db" providerId="ADAL" clId="{53374A28-22A4-5BAE-A754-F22835896862}" dt="2026-07-06T06:46:38.774" v="1" actId="1076"/>
        <pc:sldMkLst>
          <pc:docMk/>
          <pc:sldMk cId="0" sldId="256"/>
        </pc:sldMkLst>
        <pc:spChg chg="mod">
          <ac:chgData name="Muralidharan Chellappan" userId="81c5c075-bd60-495b-97b6-d4c279d080db" providerId="ADAL" clId="{53374A28-22A4-5BAE-A754-F22835896862}" dt="2026-07-06T06:46:38.774" v="1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uralidharan Chellappan" userId="81c5c075-bd60-495b-97b6-d4c279d080db" providerId="ADAL" clId="{53374A28-22A4-5BAE-A754-F22835896862}" dt="2026-07-06T06:46:35.875" v="0" actId="1076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54425A-3696-4DFB-B808-D2B88F3EB7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/>
            </a:lvl1pPr>
          </a:lstStyle>
          <a:p>
            <a:endParaRPr lang="en-US">
              <a:latin typeface="Oracle Sans Tab" panose="020B05030202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51457F-2D60-4187-92B7-C5BBED78E9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/>
            </a:lvl1pPr>
          </a:lstStyle>
          <a:p>
            <a:fld id="{320DD655-51D6-466D-8D72-5C78765FC630}" type="datetimeFigureOut">
              <a:rPr lang="en-US" smtClean="0">
                <a:latin typeface="Oracle Sans Tab" panose="020B0503020204020204" pitchFamily="34" charset="0"/>
              </a:rPr>
              <a:t>7/6/26</a:t>
            </a:fld>
            <a:endParaRPr lang="en-US">
              <a:latin typeface="Oracle Sans Tab" panose="020B05030202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A8CCD-D5C0-4680-BEFC-52889AACDB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/>
            </a:lvl1pPr>
          </a:lstStyle>
          <a:p>
            <a:endParaRPr lang="en-US">
              <a:latin typeface="Oracle Sans Tab" panose="020B05030202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0B35B-8976-44A2-B80D-FC8BD07A167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/>
            </a:lvl1pPr>
          </a:lstStyle>
          <a:p>
            <a:fld id="{9D34DC6F-9D14-4548-8221-51EE6F5B6657}" type="slidenum">
              <a:rPr lang="en-US" smtClean="0">
                <a:latin typeface="Oracle Sans Tab" panose="020B0503020204020204" pitchFamily="34" charset="0"/>
              </a:rPr>
              <a:t>‹#›</a:t>
            </a:fld>
            <a:endParaRPr lang="en-US">
              <a:latin typeface="Oracle Sans Tab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1278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>
                <a:latin typeface="Oracle Sans Tab" panose="020B05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4F9C25BA-F9B0-4418-8CA0-3A9DF1256BA5}" type="datetimeFigureOut">
              <a:rPr lang="en-US" smtClean="0"/>
              <a:pPr/>
              <a:t>7/6/26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2299" tIns="56150" rIns="112299" bIns="5615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marR="0" lvl="0" indent="0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</a:pPr>
            <a:r>
              <a:rPr lang="en-US"/>
              <a:t>Edit Master text styles</a:t>
            </a:r>
          </a:p>
          <a:p>
            <a:pPr marL="449199" marR="0" lvl="1" indent="-224599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lang="en-US"/>
              <a:t>Second level</a:t>
            </a:r>
          </a:p>
          <a:p>
            <a:pPr marL="898397" marR="0" lvl="2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20000"/>
              <a:buFont typeface="System Font Regular"/>
              <a:buChar char="-"/>
              <a:tabLst/>
            </a:pPr>
            <a:r>
              <a:rPr lang="en-US"/>
              <a:t>Third level</a:t>
            </a:r>
          </a:p>
          <a:p>
            <a:pPr marL="1347596" marR="0" lvl="3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00000"/>
              <a:buFont typeface="System Font Regular"/>
              <a:buChar char="◦"/>
              <a:tabLst/>
            </a:pPr>
            <a:r>
              <a:rPr lang="en-US"/>
              <a:t>Fourth level</a:t>
            </a:r>
          </a:p>
          <a:p>
            <a:pPr marL="1796796" marR="0" lvl="4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Tx/>
              <a:buFont typeface="System Font Regular"/>
              <a:buChar char="•"/>
              <a:tabLst/>
            </a:pPr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9EDC5964-3162-43B5-B1EC-63C8D166D7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>
                <a:latin typeface="Oracle Sans Tab" panose="020B0503020204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97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1pPr>
    <a:lvl2pPr marL="45720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2pPr>
    <a:lvl3pPr marL="914400" algn="l" defTabSz="914400" rtl="0" eaLnBrk="1" latinLnBrk="0" hangingPunct="1">
      <a:defRPr lang="en-US" sz="11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3pPr>
    <a:lvl4pPr marL="1371600" algn="l" defTabSz="914400" rtl="0" eaLnBrk="1" latinLnBrk="0" hangingPunct="1">
      <a:defRPr lang="en-US" sz="105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4pPr>
    <a:lvl5pPr marL="1828800" algn="l" defTabSz="914400" rtl="0" eaLnBrk="1" latinLnBrk="0" hangingPunct="1">
      <a:defRPr lang="en-US" sz="10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8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loud">
            <a:extLst>
              <a:ext uri="{FF2B5EF4-FFF2-40B4-BE49-F238E27FC236}">
                <a16:creationId xmlns:a16="http://schemas.microsoft.com/office/drawing/2014/main" id="{C96C0F11-AAE4-4147-BF68-F2C0EE130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60484" y="20917"/>
            <a:ext cx="4331516" cy="2542941"/>
          </a:xfrm>
          <a:prstGeom prst="rect">
            <a:avLst/>
          </a:prstGeom>
        </p:spPr>
      </p:pic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Title goes here (up to two lines) </a:t>
            </a:r>
            <a:br>
              <a:rPr lang="en-US"/>
            </a:br>
            <a:r>
              <a:rPr lang="en-US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AE562C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5595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3188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Presenter’s Title</a:t>
            </a:r>
          </a:p>
          <a:p>
            <a:pPr lvl="0"/>
            <a:r>
              <a:rPr lang="en-US"/>
              <a:t>Organization, Division or Business Unit</a:t>
            </a:r>
          </a:p>
          <a:p>
            <a:pPr lvl="0"/>
            <a:r>
              <a:rPr lang="en-US"/>
              <a:t>Month 00, 2019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6349A69-90E3-45DB-BC86-3B7FB26B13E2}"/>
              </a:ext>
            </a:extLst>
          </p:cNvPr>
          <p:cNvSpPr/>
          <p:nvPr userDrawn="1"/>
        </p:nvSpPr>
        <p:spPr>
          <a:xfrm>
            <a:off x="0" y="0"/>
            <a:ext cx="190482" cy="6857365"/>
          </a:xfrm>
          <a:prstGeom prst="rect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968"/>
          </a:p>
        </p:txBody>
      </p:sp>
    </p:spTree>
    <p:extLst>
      <p:ext uri="{BB962C8B-B14F-4D97-AF65-F5344CB8AC3E}">
        <p14:creationId xmlns:p14="http://schemas.microsoft.com/office/powerpoint/2010/main" val="3116399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loud">
            <a:extLst>
              <a:ext uri="{FF2B5EF4-FFF2-40B4-BE49-F238E27FC236}">
                <a16:creationId xmlns:a16="http://schemas.microsoft.com/office/drawing/2014/main" id="{14698CB0-77BC-6148-8112-EFC83C0F5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A30E9B-4EB7-4882-9E42-67210E9CC0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1525" y="1600200"/>
            <a:ext cx="10677525" cy="450799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5CB6F3B-CCE4-4193-8EAA-C4A6D27C7D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31DBF8-F618-4198-88BA-FD1569B2979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8AA26E-E9A4-4CE1-9157-28062D2322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3DA01-00EF-4B14-8325-24C1135260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67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 1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loud">
            <a:extLst>
              <a:ext uri="{FF2B5EF4-FFF2-40B4-BE49-F238E27FC236}">
                <a16:creationId xmlns:a16="http://schemas.microsoft.com/office/drawing/2014/main" id="{6D6FFA39-C5A8-964A-B2FE-D6F8EB7EB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E7315-8D61-4C6A-B9C0-F07567A04CC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1525" y="1600200"/>
            <a:ext cx="10671175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97CAD67-FAD1-46CA-BDA2-0A01416479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3D7001-FB5A-4601-97ED-F7B118AEEF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8561F1-3666-4956-BFDC-75350F7446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1022C-732A-4A28-8D73-4FE28C0CA3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221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loud">
            <a:extLst>
              <a:ext uri="{FF2B5EF4-FFF2-40B4-BE49-F238E27FC236}">
                <a16:creationId xmlns:a16="http://schemas.microsoft.com/office/drawing/2014/main" id="{53E58D20-1E4E-43E2-88A3-52402E9A1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7862753" y="25409"/>
            <a:ext cx="4326976" cy="2552429"/>
          </a:xfrm>
          <a:prstGeom prst="rect">
            <a:avLst/>
          </a:prstGeom>
        </p:spPr>
      </p:pic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4" name="Oracle Logo" descr="Oracle Logo">
            <a:extLst>
              <a:ext uri="{FF2B5EF4-FFF2-40B4-BE49-F238E27FC236}">
                <a16:creationId xmlns:a16="http://schemas.microsoft.com/office/drawing/2014/main" id="{90869BEA-7CC8-4176-A565-8203484F77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invGray">
          <a:xfrm>
            <a:off x="944949" y="1132368"/>
            <a:ext cx="1524893" cy="320039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Title goes here (up to two lines) </a:t>
            </a:r>
            <a:br>
              <a:rPr lang="en-US"/>
            </a:br>
            <a:r>
              <a:rPr lang="en-US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759C6C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Presenter’s Title</a:t>
            </a:r>
          </a:p>
          <a:p>
            <a:pPr lvl="0"/>
            <a:r>
              <a:rPr lang="en-US"/>
              <a:t>Organization, Division or Business Unit</a:t>
            </a:r>
          </a:p>
          <a:p>
            <a:pPr lvl="0"/>
            <a:r>
              <a:rPr lang="en-US"/>
              <a:t>Month 00, 2019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F245C91-10B8-42A5-9343-B8007DFEA4E7}"/>
              </a:ext>
            </a:extLst>
          </p:cNvPr>
          <p:cNvSpPr/>
          <p:nvPr userDrawn="1"/>
        </p:nvSpPr>
        <p:spPr>
          <a:xfrm>
            <a:off x="0" y="0"/>
            <a:ext cx="190482" cy="6857365"/>
          </a:xfrm>
          <a:prstGeom prst="rect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968"/>
          </a:p>
        </p:txBody>
      </p:sp>
    </p:spTree>
    <p:extLst>
      <p:ext uri="{BB962C8B-B14F-4D97-AF65-F5344CB8AC3E}">
        <p14:creationId xmlns:p14="http://schemas.microsoft.com/office/powerpoint/2010/main" val="1091730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loud">
            <a:extLst>
              <a:ext uri="{FF2B5EF4-FFF2-40B4-BE49-F238E27FC236}">
                <a16:creationId xmlns:a16="http://schemas.microsoft.com/office/drawing/2014/main" id="{C4B9D6C0-2524-2D47-8A0E-258A2FB7D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709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0201"/>
            <a:ext cx="10671175" cy="4506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4D9CD-CDC4-4642-8CDA-7351404FC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5C278-52DE-4C8A-933B-1109B3282E5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2CE12F3-375D-4B05-A71D-DA14DF8ADB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59FA82-C146-45DF-AE7B-4B5698706BE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48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/Subtitle 1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loud">
            <a:extLst>
              <a:ext uri="{FF2B5EF4-FFF2-40B4-BE49-F238E27FC236}">
                <a16:creationId xmlns:a16="http://schemas.microsoft.com/office/drawing/2014/main" id="{1AB5E956-2EDB-D344-BA59-AB352F62D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0990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0199"/>
            <a:ext cx="10671175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E68516-E3E0-4F22-9EB7-1A85E1D3B5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2FE7D-30FF-45E2-9F8B-D073887C33E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1A7F3B8-F794-4AF5-B07B-32A3084A6A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57290E2-8EA8-4572-BB48-C1800720178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4912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2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loud">
            <a:extLst>
              <a:ext uri="{FF2B5EF4-FFF2-40B4-BE49-F238E27FC236}">
                <a16:creationId xmlns:a16="http://schemas.microsoft.com/office/drawing/2014/main" id="{5B8024F8-E03D-9641-AA75-22D1B5C84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8575"/>
            <a:ext cx="508406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9577" y="160857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575"/>
            <a:ext cx="508406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OTag">
            <a:extLst>
              <a:ext uri="{FF2B5EF4-FFF2-40B4-BE49-F238E27FC236}">
                <a16:creationId xmlns:a16="http://schemas.microsoft.com/office/drawing/2014/main" id="{DDE8776E-BE08-D148-AA47-8308E0EAE4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69740FE-E1B8-466B-970A-4E081BCA3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9A2DB-C5C1-4EE1-AACB-216D980708B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C0504-19F8-4069-8B02-83766B3CAF7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D6D2F-6BC7-48B4-B7A5-AD19749245D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7340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 2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loud">
            <a:extLst>
              <a:ext uri="{FF2B5EF4-FFF2-40B4-BE49-F238E27FC236}">
                <a16:creationId xmlns:a16="http://schemas.microsoft.com/office/drawing/2014/main" id="{4937DF73-DD65-ED42-A070-3D57E267C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8575"/>
            <a:ext cx="508406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9577" y="160857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575"/>
            <a:ext cx="508406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F59826-0B3C-4973-B5FA-B18F68758F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D91B51-6B36-47A4-903E-93C057BB06E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D7F1A-871E-41E8-ADDC-EC649B1827F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5DE06-0B0B-4818-81DB-FDBB019FF7B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848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loud">
            <a:extLst>
              <a:ext uri="{FF2B5EF4-FFF2-40B4-BE49-F238E27FC236}">
                <a16:creationId xmlns:a16="http://schemas.microsoft.com/office/drawing/2014/main" id="{F24DF316-2FA6-AE44-AB7A-9E7E86E0B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8297"/>
            <a:ext cx="508406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8521" y="1608298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297"/>
            <a:ext cx="508406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5FA2D-6C94-456B-8DE9-80C7A3BE2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06EC0-4AE6-4D7C-87DE-D393DC47ED9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594DB29-C2B8-4F61-8419-EEE3D1E837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4C4FB3-367C-49DA-9BEF-99BD8CD346F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59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/Subtitle 2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loud">
            <a:extLst>
              <a:ext uri="{FF2B5EF4-FFF2-40B4-BE49-F238E27FC236}">
                <a16:creationId xmlns:a16="http://schemas.microsoft.com/office/drawing/2014/main" id="{28C366F9-78A6-F740-87C8-B4D59AEB6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4"/>
            <a:ext cx="508406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8521" y="1608588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9724"/>
            <a:ext cx="508406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662519-4941-4045-9F0E-DBC7AD6CC2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E807CE-245D-4F0E-ACCB-E3FE7584A0A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C87038-F332-48C5-BA1A-25E9350762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BF160E-FC2C-48A7-921B-3472529A1B0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914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3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loud">
            <a:extLst>
              <a:ext uri="{FF2B5EF4-FFF2-40B4-BE49-F238E27FC236}">
                <a16:creationId xmlns:a16="http://schemas.microsoft.com/office/drawing/2014/main" id="{3CA75903-C10D-E747-B877-6804D65E8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9725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 userDrawn="1"/>
        </p:nvCxnSpPr>
        <p:spPr>
          <a:xfrm>
            <a:off x="4263415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56971" y="1609725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 userDrawn="1"/>
        </p:nvCxnSpPr>
        <p:spPr>
          <a:xfrm>
            <a:off x="7951511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45067" y="1609725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2FFF47-983C-4CE2-9048-1317EB4F3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56EEFB-7FCA-4C8C-BD9A-59CFF6BBA9A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95ECF-3404-41BC-B49D-2616D73127C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9C599-3545-4260-BC77-88BD7619A10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0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 3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loud">
            <a:extLst>
              <a:ext uri="{FF2B5EF4-FFF2-40B4-BE49-F238E27FC236}">
                <a16:creationId xmlns:a16="http://schemas.microsoft.com/office/drawing/2014/main" id="{DCCF0BD7-85D3-194F-9793-E38DD2B8F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9725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 userDrawn="1"/>
        </p:nvCxnSpPr>
        <p:spPr>
          <a:xfrm>
            <a:off x="4263415" y="161033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56971" y="1609725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 userDrawn="1"/>
        </p:nvCxnSpPr>
        <p:spPr>
          <a:xfrm>
            <a:off x="7951511" y="161033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45067" y="1609725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50D675-D1C2-4EC5-AC43-361941EAF0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3D1004-DEA1-4BAF-97C2-F49A471F4E4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7C943-7B6D-4881-926B-CD58E0F2AC1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963952-CC43-4F63-8DDF-47B0F451288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869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loud">
            <a:extLst>
              <a:ext uri="{FF2B5EF4-FFF2-40B4-BE49-F238E27FC236}">
                <a16:creationId xmlns:a16="http://schemas.microsoft.com/office/drawing/2014/main" id="{D922B281-CE8B-4E47-889A-38B9D11BA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4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4261915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56083" y="1609724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 userDrawn="1"/>
        </p:nvCxnSpPr>
        <p:spPr>
          <a:xfrm>
            <a:off x="7951236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45405" y="1609724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6210A-4112-4730-8F81-3CAE5C391F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D3E0A-0143-42FC-B8B6-EBC1FF99000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D46B54D-91F2-4210-9BEA-3B59824207D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900B02-4438-4597-85D3-D93A97B1546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44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/Subtitle 3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loud">
            <a:extLst>
              <a:ext uri="{FF2B5EF4-FFF2-40B4-BE49-F238E27FC236}">
                <a16:creationId xmlns:a16="http://schemas.microsoft.com/office/drawing/2014/main" id="{B017591D-9CE6-7446-94B7-8CEEEAF69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6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4261915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56083" y="1609726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 userDrawn="1"/>
        </p:nvCxnSpPr>
        <p:spPr>
          <a:xfrm>
            <a:off x="7951236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45405" y="1609726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60902A-4CDA-482D-90DF-ECACF19309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E4DB8-9644-4581-BEED-809BCD3EA9C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0DBBB3-F562-4D09-B7E5-45C9C98CE1B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C14E1F-DA7F-492C-AFEB-BC17569A900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22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4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Cloud">
            <a:extLst>
              <a:ext uri="{FF2B5EF4-FFF2-40B4-BE49-F238E27FC236}">
                <a16:creationId xmlns:a16="http://schemas.microsoft.com/office/drawing/2014/main" id="{403EA880-91CB-2F4A-BC00-A93538513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589524"/>
            <a:ext cx="2478024" cy="4525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 userDrawn="1"/>
        </p:nvCxnSpPr>
        <p:spPr>
          <a:xfrm>
            <a:off x="3374450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502001" y="1589524"/>
            <a:ext cx="2478024" cy="4525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 userDrawn="1"/>
        </p:nvCxnSpPr>
        <p:spPr>
          <a:xfrm>
            <a:off x="6107576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5127" y="1589524"/>
            <a:ext cx="2478024" cy="4525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Column Divider 3" descr="Column Divider">
            <a:extLst>
              <a:ext uri="{FF2B5EF4-FFF2-40B4-BE49-F238E27FC236}">
                <a16:creationId xmlns:a16="http://schemas.microsoft.com/office/drawing/2014/main" id="{0379F816-270D-4D0F-8838-510AA3E97C28}"/>
              </a:ext>
            </a:extLst>
          </p:cNvPr>
          <p:cNvCxnSpPr>
            <a:cxnSpLocks/>
          </p:cNvCxnSpPr>
          <p:nvPr userDrawn="1"/>
        </p:nvCxnSpPr>
        <p:spPr>
          <a:xfrm>
            <a:off x="8840702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4">
            <a:extLst>
              <a:ext uri="{FF2B5EF4-FFF2-40B4-BE49-F238E27FC236}">
                <a16:creationId xmlns:a16="http://schemas.microsoft.com/office/drawing/2014/main" id="{4FB98D34-E09D-43FC-9515-8F7C37635BF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68254" y="1589524"/>
            <a:ext cx="2478024" cy="4525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65C0AC-7132-4356-88D4-79E4A49B2C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31A1D-D1FF-4A37-8531-B67D54ED466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026-CA1C-465B-ADD5-AE1F9B7A077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64CFB-254B-4876-8556-026D173672E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59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 4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loud">
            <a:extLst>
              <a:ext uri="{FF2B5EF4-FFF2-40B4-BE49-F238E27FC236}">
                <a16:creationId xmlns:a16="http://schemas.microsoft.com/office/drawing/2014/main" id="{6D31D0E4-AF4F-A542-A6E3-8EBAA9F1B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8575"/>
            <a:ext cx="247802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 userDrawn="1"/>
        </p:nvCxnSpPr>
        <p:spPr>
          <a:xfrm>
            <a:off x="3374450" y="1609209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502001" y="1608575"/>
            <a:ext cx="247802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 userDrawn="1"/>
        </p:nvCxnSpPr>
        <p:spPr>
          <a:xfrm>
            <a:off x="6107576" y="1609209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5127" y="1608575"/>
            <a:ext cx="247802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Column Divider 3" descr="Column Divider">
            <a:extLst>
              <a:ext uri="{FF2B5EF4-FFF2-40B4-BE49-F238E27FC236}">
                <a16:creationId xmlns:a16="http://schemas.microsoft.com/office/drawing/2014/main" id="{0379F816-270D-4D0F-8838-510AA3E97C28}"/>
              </a:ext>
            </a:extLst>
          </p:cNvPr>
          <p:cNvCxnSpPr>
            <a:cxnSpLocks/>
          </p:cNvCxnSpPr>
          <p:nvPr userDrawn="1"/>
        </p:nvCxnSpPr>
        <p:spPr>
          <a:xfrm>
            <a:off x="8840702" y="1609209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4">
            <a:extLst>
              <a:ext uri="{FF2B5EF4-FFF2-40B4-BE49-F238E27FC236}">
                <a16:creationId xmlns:a16="http://schemas.microsoft.com/office/drawing/2014/main" id="{4FB98D34-E09D-43FC-9515-8F7C37635BF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68254" y="1608575"/>
            <a:ext cx="247802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A814CE-3331-469B-8BE8-853F42A034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F26386-047A-407D-BEE4-BF9BC2C4C09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A8344-82CB-496F-8690-72CF339725D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EBA4F-FCB4-4B89-BEA0-1B33D86D6DE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218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loud">
            <a:extLst>
              <a:ext uri="{FF2B5EF4-FFF2-40B4-BE49-F238E27FC236}">
                <a16:creationId xmlns:a16="http://schemas.microsoft.com/office/drawing/2014/main" id="{DE68A64E-9177-1E41-B02B-9C94A30A0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5"/>
            <a:ext cx="2478024" cy="4506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3373924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03061" y="1609725"/>
            <a:ext cx="2478024" cy="4506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 userDrawn="1"/>
        </p:nvCxnSpPr>
        <p:spPr>
          <a:xfrm>
            <a:off x="6110222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9359" y="1609725"/>
            <a:ext cx="2478024" cy="4506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5" name="Column Divider 3" descr="Column Divider">
            <a:extLst>
              <a:ext uri="{FF2B5EF4-FFF2-40B4-BE49-F238E27FC236}">
                <a16:creationId xmlns:a16="http://schemas.microsoft.com/office/drawing/2014/main" id="{BE2D13B4-3BF3-4416-B638-87C59A2973BB}"/>
              </a:ext>
            </a:extLst>
          </p:cNvPr>
          <p:cNvCxnSpPr>
            <a:cxnSpLocks/>
          </p:cNvCxnSpPr>
          <p:nvPr userDrawn="1"/>
        </p:nvCxnSpPr>
        <p:spPr>
          <a:xfrm>
            <a:off x="8846520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4">
            <a:extLst>
              <a:ext uri="{FF2B5EF4-FFF2-40B4-BE49-F238E27FC236}">
                <a16:creationId xmlns:a16="http://schemas.microsoft.com/office/drawing/2014/main" id="{687CB06A-9B62-47DB-BA7A-177E12DFB17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75659" y="1609725"/>
            <a:ext cx="2478024" cy="4506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191157-EC2D-4417-9959-2EA7D1DAF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388CBD-B05C-4885-A081-172C87DCAD8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E56F53-8C5C-4F85-9969-353868B64B2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9360B9-A253-468B-B3D3-70CC43B0746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6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/Subtitle 4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loud">
            <a:extLst>
              <a:ext uri="{FF2B5EF4-FFF2-40B4-BE49-F238E27FC236}">
                <a16:creationId xmlns:a16="http://schemas.microsoft.com/office/drawing/2014/main" id="{6F66DACA-117A-D443-A12C-B547719EC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6"/>
            <a:ext cx="247802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3373924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03061" y="1609726"/>
            <a:ext cx="247802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 userDrawn="1"/>
        </p:nvCxnSpPr>
        <p:spPr>
          <a:xfrm>
            <a:off x="6110222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9359" y="1609726"/>
            <a:ext cx="247802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5" name="Column Divider 3" descr="Column Divider">
            <a:extLst>
              <a:ext uri="{FF2B5EF4-FFF2-40B4-BE49-F238E27FC236}">
                <a16:creationId xmlns:a16="http://schemas.microsoft.com/office/drawing/2014/main" id="{BE2D13B4-3BF3-4416-B638-87C59A2973BB}"/>
              </a:ext>
            </a:extLst>
          </p:cNvPr>
          <p:cNvCxnSpPr>
            <a:cxnSpLocks/>
          </p:cNvCxnSpPr>
          <p:nvPr userDrawn="1"/>
        </p:nvCxnSpPr>
        <p:spPr>
          <a:xfrm>
            <a:off x="8846520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4">
            <a:extLst>
              <a:ext uri="{FF2B5EF4-FFF2-40B4-BE49-F238E27FC236}">
                <a16:creationId xmlns:a16="http://schemas.microsoft.com/office/drawing/2014/main" id="{687CB06A-9B62-47DB-BA7A-177E12DFB17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75659" y="1609726"/>
            <a:ext cx="247802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467A894-8EF4-484B-BF49-DF2E9F970D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422C40-A387-420C-B07A-9F6BE08313A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50E71C-CB99-4BD4-8252-ED7D062329F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D33CF2B-9E35-4547-8232-5DE4CC57C30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011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Quad Info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loud">
            <a:extLst>
              <a:ext uri="{FF2B5EF4-FFF2-40B4-BE49-F238E27FC236}">
                <a16:creationId xmlns:a16="http://schemas.microsoft.com/office/drawing/2014/main" id="{A646CDE3-61DE-5F4A-A6EA-E5FECEFF0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3" name="Picture Placeholder 1">
            <a:extLst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8875" y="1609209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Text Field 1">
            <a:extLst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45" y="1609209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350303" y="1609209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1" name="Text Field 2">
            <a:extLst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24823" y="1609209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768875" y="4240646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35245" y="4240646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350303" y="4240646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2" name="Text Field 4">
            <a:extLst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4823" y="4240646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EED3DC-3691-46BD-9B48-E2C270C741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BE0263-5FD6-4DE6-B9D0-79EF81804AF3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C050F-728D-4BEF-B207-F42452F3527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46726-6BED-4C16-B2F2-97FDB0765DB8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27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 Quad Info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loud">
            <a:extLst>
              <a:ext uri="{FF2B5EF4-FFF2-40B4-BE49-F238E27FC236}">
                <a16:creationId xmlns:a16="http://schemas.microsoft.com/office/drawing/2014/main" id="{307F0167-116B-4B46-AC07-0CF33541B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33" name="Picture Placeholder 1">
            <a:extLst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8875" y="1609209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Text Field 1">
            <a:extLst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45" y="1609209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350303" y="1609209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1" name="Text Field 2">
            <a:extLst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24823" y="1609209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768875" y="4240646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35245" y="4240646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350303" y="4240646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2" name="Text Field 4">
            <a:extLst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4823" y="4240646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83207C4-681D-4388-B80E-EE2FA349AF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3EB1D7-DB39-4B87-83A2-C41A68F7435E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D1DB1E-E699-4B1A-BFD3-5F9D0BCDB864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2DF93-F6AF-4392-A308-BFC8349686D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803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Numbered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loud">
            <a:extLst>
              <a:ext uri="{FF2B5EF4-FFF2-40B4-BE49-F238E27FC236}">
                <a16:creationId xmlns:a16="http://schemas.microsoft.com/office/drawing/2014/main" id="{3CFD71AD-DED9-6542-9425-0CD364D04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2282" y="4403039"/>
            <a:ext cx="6133750" cy="16950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10687050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72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Numbered Outli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loud">
            <a:extLst>
              <a:ext uri="{FF2B5EF4-FFF2-40B4-BE49-F238E27FC236}">
                <a16:creationId xmlns:a16="http://schemas.microsoft.com/office/drawing/2014/main" id="{EFF16796-4E17-4FE8-979C-14D9493536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2283" y="4403039"/>
            <a:ext cx="6133748" cy="16950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10687050" cy="4505325"/>
          </a:xfrm>
          <a:noFill/>
        </p:spPr>
        <p:txBody>
          <a:bodyPr vert="horz" lIns="0" tIns="0" rIns="0" bIns="0" rtlCol="0">
            <a:noAutofit/>
          </a:bodyPr>
          <a:lstStyle>
            <a:lvl1pPr marL="0" indent="-365760">
              <a:buClr>
                <a:schemeClr val="accent6"/>
              </a:buClr>
              <a:buFont typeface="+mj-lt"/>
              <a:buAutoNum type="arabicPeriod"/>
              <a:defRPr lang="en-US" dirty="0">
                <a:solidFill>
                  <a:schemeClr val="bg1"/>
                </a:solidFill>
              </a:defRPr>
            </a:lvl1pPr>
            <a:lvl2pPr marL="548640">
              <a:defRPr lang="en-US" dirty="0">
                <a:solidFill>
                  <a:schemeClr val="bg1"/>
                </a:solidFill>
              </a:defRPr>
            </a:lvl2pPr>
            <a:lvl3pPr marL="731520">
              <a:defRPr lang="en-US" dirty="0">
                <a:solidFill>
                  <a:schemeClr val="bg1"/>
                </a:solidFill>
              </a:defRPr>
            </a:lvl3pPr>
            <a:lvl4pPr marL="914400">
              <a:defRPr lang="en-US" dirty="0">
                <a:solidFill>
                  <a:schemeClr val="bg1"/>
                </a:solidFill>
              </a:defRPr>
            </a:lvl4pPr>
            <a:lvl5pPr marL="1097280"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184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Numbered Outline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loud">
            <a:extLst>
              <a:ext uri="{FF2B5EF4-FFF2-40B4-BE49-F238E27FC236}">
                <a16:creationId xmlns:a16="http://schemas.microsoft.com/office/drawing/2014/main" id="{3CFD71AD-DED9-6542-9425-0CD364D04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2282" y="4403039"/>
            <a:ext cx="6133750" cy="16950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3AB42C3-C7C2-47CD-8E87-C5D5963E7A0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64986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2059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Numbered Outline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loud">
            <a:extLst>
              <a:ext uri="{FF2B5EF4-FFF2-40B4-BE49-F238E27FC236}">
                <a16:creationId xmlns:a16="http://schemas.microsoft.com/office/drawing/2014/main" id="{EFF16796-4E17-4FE8-979C-14D9493536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2283" y="4403039"/>
            <a:ext cx="6133748" cy="16950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0" indent="-365760">
              <a:buClr>
                <a:schemeClr val="accent6"/>
              </a:buClr>
              <a:buFont typeface="+mj-lt"/>
              <a:buAutoNum type="arabicPeriod"/>
              <a:defRPr lang="en-US" dirty="0">
                <a:solidFill>
                  <a:schemeClr val="bg1"/>
                </a:solidFill>
              </a:defRPr>
            </a:lvl1pPr>
            <a:lvl2pPr marL="548640">
              <a:defRPr lang="en-US" dirty="0">
                <a:solidFill>
                  <a:schemeClr val="bg1"/>
                </a:solidFill>
              </a:defRPr>
            </a:lvl2pPr>
            <a:lvl3pPr marL="731520">
              <a:defRPr lang="en-US" dirty="0">
                <a:solidFill>
                  <a:schemeClr val="bg1"/>
                </a:solidFill>
              </a:defRPr>
            </a:lvl3pPr>
            <a:lvl4pPr marL="914400">
              <a:defRPr lang="en-US" dirty="0">
                <a:solidFill>
                  <a:schemeClr val="bg1"/>
                </a:solidFill>
              </a:defRPr>
            </a:lvl4pPr>
            <a:lvl5pPr marL="1097280"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5B0AED4-660C-4741-9A22-50FB3CA4ABA7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66095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0" indent="-365760">
              <a:buClr>
                <a:schemeClr val="accent6"/>
              </a:buClr>
              <a:buFont typeface="+mj-lt"/>
              <a:buAutoNum type="arabicPeriod"/>
              <a:defRPr lang="en-US" dirty="0">
                <a:solidFill>
                  <a:schemeClr val="bg1"/>
                </a:solidFill>
              </a:defRPr>
            </a:lvl1pPr>
            <a:lvl2pPr marL="548640">
              <a:defRPr lang="en-US" dirty="0">
                <a:solidFill>
                  <a:schemeClr val="bg1"/>
                </a:solidFill>
              </a:defRPr>
            </a:lvl2pPr>
            <a:lvl3pPr marL="731520">
              <a:defRPr lang="en-US" dirty="0">
                <a:solidFill>
                  <a:schemeClr val="bg1"/>
                </a:solidFill>
              </a:defRPr>
            </a:lvl3pPr>
            <a:lvl4pPr marL="914400">
              <a:defRPr lang="en-US" dirty="0">
                <a:solidFill>
                  <a:schemeClr val="bg1"/>
                </a:solidFill>
              </a:defRPr>
            </a:lvl4pPr>
            <a:lvl5pPr marL="1097280"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366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Quad Info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loud">
            <a:extLst>
              <a:ext uri="{FF2B5EF4-FFF2-40B4-BE49-F238E27FC236}">
                <a16:creationId xmlns:a16="http://schemas.microsoft.com/office/drawing/2014/main" id="{2836A0A9-B46B-8E44-BD88-E6FFEC5F9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22" name="Subtitle">
            <a:extLst>
              <a:ext uri="{FF2B5EF4-FFF2-40B4-BE49-F238E27FC236}">
                <a16:creationId xmlns:a16="http://schemas.microsoft.com/office/drawing/2014/main" id="{F8627394-C302-DF4A-A2CC-76DC053BE2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3" name="Picture Placeholder 1">
            <a:extLst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763" y="1609725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Text Field 1">
            <a:extLst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45" y="1609725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350303" y="1609725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1" name="Text Field 2">
            <a:extLst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24823" y="1609725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766763" y="4241162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35245" y="4241162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350303" y="4241162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2" name="Text Field 4">
            <a:extLst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4823" y="4241162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56FC21-9E73-4F6F-9512-715B2F6AE7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A4CAAD-4985-4FFF-BE24-1873DC385CA6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6AD3B-D115-41B9-A024-91B560E170A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57306-2538-4D77-8134-400C30C727E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/Subtitle Quad Info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loud">
            <a:extLst>
              <a:ext uri="{FF2B5EF4-FFF2-40B4-BE49-F238E27FC236}">
                <a16:creationId xmlns:a16="http://schemas.microsoft.com/office/drawing/2014/main" id="{A59691D8-12D1-8E4C-8346-D9FD6743C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22" name="Subtitle">
            <a:extLst>
              <a:ext uri="{FF2B5EF4-FFF2-40B4-BE49-F238E27FC236}">
                <a16:creationId xmlns:a16="http://schemas.microsoft.com/office/drawing/2014/main" id="{F8627394-C302-DF4A-A2CC-76DC053BE2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3" name="Picture Placeholder 1">
            <a:extLst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763" y="1609725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Text Field 1">
            <a:extLst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45" y="1609725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350303" y="1609725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1" name="Text Field 2">
            <a:extLst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24823" y="1609725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766763" y="4241162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35245" y="4241162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350303" y="4241162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2" name="Text Field 4">
            <a:extLst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4823" y="4241162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F5A0DB-77B7-43EC-848A-C3EEA5F4DC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2928A2-36B1-4B61-82B8-0724A988B968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365B2-9A7D-4291-A052-A65B0C767BBE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1CBF8-87F2-4E8D-9C05-48F5D29D5D7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487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loud">
            <a:extLst>
              <a:ext uri="{FF2B5EF4-FFF2-40B4-BE49-F238E27FC236}">
                <a16:creationId xmlns:a16="http://schemas.microsoft.com/office/drawing/2014/main" id="{8BD8F955-3E3E-4E6E-A650-C4E0C8049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pic>
        <p:nvPicPr>
          <p:cNvPr id="6" name="OTag">
            <a:extLst>
              <a:ext uri="{FF2B5EF4-FFF2-40B4-BE49-F238E27FC236}">
                <a16:creationId xmlns:a16="http://schemas.microsoft.com/office/drawing/2014/main" id="{0F682282-A332-4D5C-89F4-38480EC33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0" name="OTag">
            <a:extLst>
              <a:ext uri="{FF2B5EF4-FFF2-40B4-BE49-F238E27FC236}">
                <a16:creationId xmlns:a16="http://schemas.microsoft.com/office/drawing/2014/main" id="{00F1077A-D301-437A-8CE7-A0EA6CDEC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29D2F-E9BE-442D-8048-30D82B0F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49E66D-873C-4E3D-B665-952DA3AD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D4C26-D77F-4F76-BA95-32055FEC6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491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-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Tag">
            <a:extLst>
              <a:ext uri="{FF2B5EF4-FFF2-40B4-BE49-F238E27FC236}">
                <a16:creationId xmlns:a16="http://schemas.microsoft.com/office/drawing/2014/main" id="{1CFFF60E-C73F-41DD-B4B9-8792F4C0D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1" name="Cloud">
            <a:extLst>
              <a:ext uri="{FF2B5EF4-FFF2-40B4-BE49-F238E27FC236}">
                <a16:creationId xmlns:a16="http://schemas.microsoft.com/office/drawing/2014/main" id="{A2A0E6A0-6580-9B4E-8437-9949DBFBF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EECACB-46C4-4A42-8159-4ABC00F85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ED7B6-E930-4B73-845F-99262175E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691DFD-B788-4684-96F9-4DD21020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623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loud">
            <a:extLst>
              <a:ext uri="{FF2B5EF4-FFF2-40B4-BE49-F238E27FC236}">
                <a16:creationId xmlns:a16="http://schemas.microsoft.com/office/drawing/2014/main" id="{A52109B5-4152-894B-9BF6-17B5458CC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5090641-BB3E-479D-A754-1B2B6F37AE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53D77D-CD9E-445C-8F26-904F65B5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AEFA0-C12C-4365-A532-D29F81954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038FD-33E0-4C25-AC00-13FEB177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72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loud">
            <a:extLst>
              <a:ext uri="{FF2B5EF4-FFF2-40B4-BE49-F238E27FC236}">
                <a16:creationId xmlns:a16="http://schemas.microsoft.com/office/drawing/2014/main" id="{05859F96-E4B3-8747-B027-10CA6EDB3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495A570-6FAE-4393-89B0-E6BA7AC6B3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92EEA-DB03-4E8E-B6AB-1122F317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B5D96-D6C9-4E8C-9D41-A28C7CED9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0D253-6DDA-4486-89F6-5D5732868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698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loud">
            <a:extLst>
              <a:ext uri="{FF2B5EF4-FFF2-40B4-BE49-F238E27FC236}">
                <a16:creationId xmlns:a16="http://schemas.microsoft.com/office/drawing/2014/main" id="{EE127CFA-8D5C-584E-9C61-6685B547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15" name="Subtitle">
            <a:extLst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024235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26A55-50C7-43D1-9A4E-DE6E3157868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ED885-1287-4046-BFFE-E5DEC702C7A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1380-E61D-4D70-B7A9-EA2CA56D14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2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loud">
            <a:extLst>
              <a:ext uri="{FF2B5EF4-FFF2-40B4-BE49-F238E27FC236}">
                <a16:creationId xmlns:a16="http://schemas.microsoft.com/office/drawing/2014/main" id="{93BCC98D-F462-9844-9660-2EA01F13E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15" name="Subtitle">
            <a:extLst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71FF06-338B-46FE-B4FE-F72B7ABAE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59E3D4-8DE9-4EE7-AF46-396CA0361B3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ABD9F-CF7B-4739-A09B-21C74EE3D7D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326A2-CE99-456C-A450-2DC676458C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22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Met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F90C14E-647D-DE45-A3FE-3E841253B4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97" r="-1"/>
          <a:stretch/>
        </p:blipFill>
        <p:spPr>
          <a:xfrm>
            <a:off x="6095574" y="0"/>
            <a:ext cx="6096425" cy="6858000"/>
          </a:xfrm>
          <a:prstGeom prst="rect">
            <a:avLst/>
          </a:prstGeom>
        </p:spPr>
      </p:pic>
      <p:pic>
        <p:nvPicPr>
          <p:cNvPr id="23" name="OTag">
            <a:extLst>
              <a:ext uri="{FF2B5EF4-FFF2-40B4-BE49-F238E27FC236}">
                <a16:creationId xmlns:a16="http://schemas.microsoft.com/office/drawing/2014/main" id="{000C5F04-372F-427E-81C5-11434B356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217" y="6355080"/>
            <a:ext cx="502920" cy="502920"/>
          </a:xfrm>
          <a:prstGeom prst="rect">
            <a:avLst/>
          </a:prstGeom>
        </p:spPr>
      </p:pic>
      <p:sp>
        <p:nvSpPr>
          <p:cNvPr id="4" name="Content">
            <a:extLst>
              <a:ext uri="{FF2B5EF4-FFF2-40B4-BE49-F238E27FC236}">
                <a16:creationId xmlns:a16="http://schemas.microsoft.com/office/drawing/2014/main" id="{6FFB33C6-31EA-4D15-AC3F-377D699FA84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5225" y="4649788"/>
            <a:ext cx="5072063" cy="1457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3AB0E-EC5F-476F-B6A9-E6F9CE84E9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3900" y="1600200"/>
            <a:ext cx="5072063" cy="2415700"/>
          </a:xfrm>
        </p:spPr>
        <p:txBody>
          <a:bodyPr anchor="b" anchorCtr="0"/>
          <a:lstStyle>
            <a:lvl1pPr>
              <a:defRPr sz="8000" b="1">
                <a:solidFill>
                  <a:srgbClr val="AE562C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F74DF-FD68-4CDF-B4CE-342E7A165BC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9C4B030-1E0B-4CB0-87B4-DF607257368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ADD7B5-9676-40DE-A88A-5EC3D33A65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391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- Metr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B54DF6-D8D9-3E4B-A5D4-8DB1B36A21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97"/>
          <a:stretch/>
        </p:blipFill>
        <p:spPr>
          <a:xfrm>
            <a:off x="6096000" y="0"/>
            <a:ext cx="6096348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E8A7F756-6885-FD4D-8CAC-01911AF99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4" name="Content">
            <a:extLst>
              <a:ext uri="{FF2B5EF4-FFF2-40B4-BE49-F238E27FC236}">
                <a16:creationId xmlns:a16="http://schemas.microsoft.com/office/drawing/2014/main" id="{6FFB33C6-31EA-4D15-AC3F-377D699FA84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5225" y="4649788"/>
            <a:ext cx="5072063" cy="1457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2A6D6F1-EBC4-4335-819B-433720EB17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3900" y="1600200"/>
            <a:ext cx="5085287" cy="2415700"/>
          </a:xfrm>
        </p:spPr>
        <p:txBody>
          <a:bodyPr anchor="b" anchorCtr="0"/>
          <a:lstStyle>
            <a:lvl1pPr>
              <a:defRPr sz="8000" b="1">
                <a:solidFill>
                  <a:srgbClr val="759C6C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58375C-46BC-48EA-9DFC-3DF06967D7C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2DF6E-494A-4D98-888D-68B724E489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C2851-E9BE-4691-AE94-635936A6677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240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Data Texture 07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681203-42C6-B54E-A5F8-FE2DAE3C0E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OTag">
            <a:extLst>
              <a:ext uri="{FF2B5EF4-FFF2-40B4-BE49-F238E27FC236}">
                <a16:creationId xmlns:a16="http://schemas.microsoft.com/office/drawing/2014/main" id="{B620A016-1EBE-426A-BB19-967122948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FA4C3-C577-4944-B23B-0E8CEECA0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48FBC-C180-4348-924F-1AD0DE33E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93164-8F12-4A57-BCB2-ECAB88B1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911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ark - Data Texture 07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8B6F3C-673A-2C4F-BDD8-A174DA9D4B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C6ADE0F8-03AA-E84C-A08A-799EE14D7C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DF2B49-8199-43EF-9C31-2EE3E2278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0A680-202A-4EB8-8426-F81FE6C1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7B772-BB21-406A-A2FE-5A7147467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63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Data Texture 16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8A9AF7-F5CE-844F-BBE4-0C983CB99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82323826-2F7C-DC44-94F9-0225962BE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127AD-303E-4148-925B-F8D85494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7CD67-74FC-43EC-912B-8B74B34E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119101-EC6A-4B95-9940-BAB31432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60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ark - Data Texture 16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CF9FCE-AE1C-564C-8F89-B5CD38A47D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82323826-2F7C-DC44-94F9-0225962BE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E7266-CBC0-47D9-85A0-91E01109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38588-07BC-4F98-97FA-975AE1443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8B57A4-1EA3-47FA-AD37-31BB82676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146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Data Texture 19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7712D2-1637-4940-A323-42EBA61AD5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F4939B61-9B7E-A240-8CE9-7E014F78E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BA956C-AFD4-4D95-9304-BB81E2E12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782E6-C6D7-4588-8CDE-8BB252C53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D6286E-40B3-4954-877E-F88E2191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ark - Data Texture 19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D5B665-2B39-6645-BF1F-C5F9BD830A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F4939B61-9B7E-A240-8CE9-7E014F78E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7CFD62-A920-45CB-9691-083BA5642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B8371-BFE0-4C4C-9EC8-651A59790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C47787-CD64-4386-A100-73FB94F8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2027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649C3E4A-56A6-4657-815D-5F0928FEF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681B7FDB-21AD-43D3-9629-6865ECE7A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11" name="Date Placeholder">
            <a:extLst>
              <a:ext uri="{FF2B5EF4-FFF2-40B4-BE49-F238E27FC236}">
                <a16:creationId xmlns:a16="http://schemas.microsoft.com/office/drawing/2014/main" id="{2872A553-B5A6-4603-91A2-FF76401D8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13852C-D243-4D5A-B7E1-09812A4D6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7F3825-1D38-4C39-8F70-C060E9BEE3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2000" y="1609725"/>
            <a:ext cx="10687050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4794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80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649C3E4A-56A6-4657-815D-5F0928FEF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681B7FDB-21AD-43D3-9629-6865ECE7A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11" name="Date Placeholder">
            <a:extLst>
              <a:ext uri="{FF2B5EF4-FFF2-40B4-BE49-F238E27FC236}">
                <a16:creationId xmlns:a16="http://schemas.microsoft.com/office/drawing/2014/main" id="{2872A553-B5A6-4603-91A2-FF76401D8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612D05-859A-4FDE-924B-FB91696215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7BB3CE-1E42-4557-A754-EAB09439D6F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2000" y="1609725"/>
            <a:ext cx="10677525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27983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Remote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EE69D29-7337-6248-888D-2A03308526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00"/>
          <a:stretch/>
        </p:blipFill>
        <p:spPr>
          <a:xfrm>
            <a:off x="4876800" y="0"/>
            <a:ext cx="7315199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D94542D5-A1D6-E542-963D-B72B60EDE0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85816" y="2351724"/>
            <a:ext cx="6297167" cy="82296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2400" b="1" i="0" baseline="0"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Add title here. Also remove/replace placeholder image as needed.</a:t>
            </a:r>
          </a:p>
        </p:txBody>
      </p:sp>
      <p:sp>
        <p:nvSpPr>
          <p:cNvPr id="21" name="Text Field">
            <a:extLst>
              <a:ext uri="{FF2B5EF4-FFF2-40B4-BE49-F238E27FC236}">
                <a16:creationId xmlns:a16="http://schemas.microsoft.com/office/drawing/2014/main" id="{517ED098-6976-5549-9CFB-EE89734AF8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5816" y="3662156"/>
            <a:ext cx="6297168" cy="11324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Company</a:t>
            </a:r>
          </a:p>
          <a:p>
            <a:pPr lvl="0"/>
            <a:r>
              <a:rPr lang="en-US"/>
              <a:t>Date</a:t>
            </a:r>
          </a:p>
        </p:txBody>
      </p:sp>
      <p:pic>
        <p:nvPicPr>
          <p:cNvPr id="10" name="OTag">
            <a:extLst>
              <a:ext uri="{FF2B5EF4-FFF2-40B4-BE49-F238E27FC236}">
                <a16:creationId xmlns:a16="http://schemas.microsoft.com/office/drawing/2014/main" id="{3CE1CF95-2ED4-4044-A052-7E6E1867A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F5E131-FF87-4B2F-9DB6-B4DB095B758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4876800" cy="6858000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86FB79-6AF9-4538-98F2-33825A26DECE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D6A4509-AC78-4360-9126-01A3BC6609A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2FCDC2-FBB6-46F4-9BD5-AE85C1DC3F2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10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- Remote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CB9AC92-58C2-B14E-81EA-F40548FD48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00"/>
          <a:stretch/>
        </p:blipFill>
        <p:spPr>
          <a:xfrm>
            <a:off x="4876798" y="0"/>
            <a:ext cx="7315201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D94542D5-A1D6-E542-963D-B72B60EDE0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85816" y="2351724"/>
            <a:ext cx="6297167" cy="82296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2400" b="1" i="0" baseline="0"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Add title here. Also remove/replace placeholder image as needed.</a:t>
            </a:r>
          </a:p>
        </p:txBody>
      </p:sp>
      <p:sp>
        <p:nvSpPr>
          <p:cNvPr id="21" name="Text Field">
            <a:extLst>
              <a:ext uri="{FF2B5EF4-FFF2-40B4-BE49-F238E27FC236}">
                <a16:creationId xmlns:a16="http://schemas.microsoft.com/office/drawing/2014/main" id="{517ED098-6976-5549-9CFB-EE89734AF8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5816" y="3662156"/>
            <a:ext cx="6297168" cy="11324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Company</a:t>
            </a:r>
          </a:p>
          <a:p>
            <a:pPr lvl="0"/>
            <a:r>
              <a:rPr lang="en-US"/>
              <a:t>Date</a:t>
            </a:r>
          </a:p>
        </p:txBody>
      </p:sp>
      <p:pic>
        <p:nvPicPr>
          <p:cNvPr id="10" name="OTag">
            <a:extLst>
              <a:ext uri="{FF2B5EF4-FFF2-40B4-BE49-F238E27FC236}">
                <a16:creationId xmlns:a16="http://schemas.microsoft.com/office/drawing/2014/main" id="{3AA2A5D2-AD0A-4DBD-927A-96DC377BC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EB6C0-1F5B-4135-8E18-A04A68550D7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4876800" cy="6858000"/>
          </a:xfrm>
        </p:spPr>
        <p:txBody>
          <a:bodyPr anchor="ctr" anchorCtr="1">
            <a:normAutofit/>
          </a:bodyPr>
          <a:lstStyle>
            <a:lvl1pPr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22B3ED-CF2C-4067-92C1-D268C952FB0E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CE0BF7F-49D0-4680-97A6-57F3353BC736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FD3ACE9-71BB-462A-B503-22DE7B536BD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8545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Quote with Data Tex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Data Texture Image">
            <a:extLst>
              <a:ext uri="{FF2B5EF4-FFF2-40B4-BE49-F238E27FC236}">
                <a16:creationId xmlns:a16="http://schemas.microsoft.com/office/drawing/2014/main" id="{B04AAB1E-3886-45C0-9EE7-ABD1360D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8"/>
          </a:xfrm>
          <a:prstGeom prst="rect">
            <a:avLst/>
          </a:prstGeom>
          <a:ln>
            <a:noFill/>
          </a:ln>
        </p:spPr>
      </p:pic>
      <p:pic>
        <p:nvPicPr>
          <p:cNvPr id="30" name="OTag">
            <a:extLst>
              <a:ext uri="{FF2B5EF4-FFF2-40B4-BE49-F238E27FC236}">
                <a16:creationId xmlns:a16="http://schemas.microsoft.com/office/drawing/2014/main" id="{7DC71B8D-1AA8-1D49-9770-9D8CD0F61F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BA19B719-F896-40D2-A59B-8E51E7D4BB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8800"/>
            <a:ext cx="8049200" cy="2026447"/>
          </a:xfrm>
          <a:noFill/>
        </p:spPr>
        <p:txBody>
          <a:bodyPr vert="horz" wrap="square" lIns="0" tIns="0" rIns="0" bIns="0" rtlCol="0" anchor="b" anchorCtr="0">
            <a:noAutofit/>
          </a:bodyPr>
          <a:lstStyle>
            <a:lvl1pPr>
              <a:lnSpc>
                <a:spcPct val="100000"/>
              </a:lnSpc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“Click to type customer or partner quote surrounded by quotation marks.” Remove/replace placeholder logo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B09058E5-A74E-C340-89D0-4D15C2F3B8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1999" y="4540249"/>
            <a:ext cx="5333999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Name of person quoted</a:t>
            </a:r>
          </a:p>
        </p:txBody>
      </p:sp>
      <p:sp>
        <p:nvSpPr>
          <p:cNvPr id="12" name="Text Field 2">
            <a:extLst>
              <a:ext uri="{FF2B5EF4-FFF2-40B4-BE49-F238E27FC236}">
                <a16:creationId xmlns:a16="http://schemas.microsoft.com/office/drawing/2014/main" id="{36C31D35-A48A-6B46-A3DB-FDB99CCA72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1999" y="4877842"/>
            <a:ext cx="5333999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Additional information if needed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14A2E81-7AA0-4954-BF7E-C076C41AF7C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771067" y="1013988"/>
            <a:ext cx="2944208" cy="8148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logo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7ECA2C-4CF8-48ED-893A-2958F9909B90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4FDBCE-E35C-4859-AD9D-93665BD69FD5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5130C2-E640-4887-BCA9-090F40084C88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8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- Quote with Data Texture Backgroun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Data Texture Image">
            <a:extLst>
              <a:ext uri="{FF2B5EF4-FFF2-40B4-BE49-F238E27FC236}">
                <a16:creationId xmlns:a16="http://schemas.microsoft.com/office/drawing/2014/main" id="{8A6273FB-BF91-403E-A6FD-7515A6D8B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0" name="OTag">
            <a:extLst>
              <a:ext uri="{FF2B5EF4-FFF2-40B4-BE49-F238E27FC236}">
                <a16:creationId xmlns:a16="http://schemas.microsoft.com/office/drawing/2014/main" id="{7DC71B8D-1AA8-1D49-9770-9D8CD0F61F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Quote">
            <a:extLst>
              <a:ext uri="{FF2B5EF4-FFF2-40B4-BE49-F238E27FC236}">
                <a16:creationId xmlns:a16="http://schemas.microsoft.com/office/drawing/2014/main" id="{70860AE5-51F4-4600-B7C5-0FFE1F5EE8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8800"/>
            <a:ext cx="8022040" cy="1963350"/>
          </a:xfrm>
          <a:noFill/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“Click to type customer or partner quote surrounded by quotation marks.” Remove/replace placeholder logo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B09058E5-A74E-C340-89D0-4D15C2F3B8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1999" y="4540249"/>
            <a:ext cx="5333999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Name of person quoted</a:t>
            </a:r>
          </a:p>
        </p:txBody>
      </p:sp>
      <p:sp>
        <p:nvSpPr>
          <p:cNvPr id="12" name="Text Field 2">
            <a:extLst>
              <a:ext uri="{FF2B5EF4-FFF2-40B4-BE49-F238E27FC236}">
                <a16:creationId xmlns:a16="http://schemas.microsoft.com/office/drawing/2014/main" id="{36C31D35-A48A-6B46-A3DB-FDB99CCA72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1999" y="4877842"/>
            <a:ext cx="5333999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Additional information if needed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CF70D2C9-2534-48AA-9A8A-D82D5A31B2F9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771067" y="1013988"/>
            <a:ext cx="2944208" cy="8148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logo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626C9C3-D9C8-4222-B161-D7AF97BC1F41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C126A-0D05-424A-A6C2-80119CEAE618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D685BD-0D80-40FF-88C3-58BBDF890F03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00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Quot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uote">
            <a:extLst>
              <a:ext uri="{FF2B5EF4-FFF2-40B4-BE49-F238E27FC236}">
                <a16:creationId xmlns:a16="http://schemas.microsoft.com/office/drawing/2014/main" id="{A13E52A3-3B72-407D-BD94-ADB27B9FC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2844" y="2434528"/>
            <a:ext cx="6067096" cy="1846659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3000" b="0" dirty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“Click to type customer or partner quote surrounded by quotation marks.” Remove/replace placeholder image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04A571F4-71E4-264A-BBD5-0475995E68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72844" y="4983135"/>
            <a:ext cx="6054629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Name of person quoted</a:t>
            </a:r>
          </a:p>
        </p:txBody>
      </p:sp>
      <p:sp>
        <p:nvSpPr>
          <p:cNvPr id="11" name="Text Field 2">
            <a:extLst>
              <a:ext uri="{FF2B5EF4-FFF2-40B4-BE49-F238E27FC236}">
                <a16:creationId xmlns:a16="http://schemas.microsoft.com/office/drawing/2014/main" id="{CBFB97F9-F988-C34C-8B6D-BB4A4D8817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72844" y="5320728"/>
            <a:ext cx="6054629" cy="7863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Additional information if needed</a:t>
            </a:r>
          </a:p>
        </p:txBody>
      </p:sp>
      <p:pic>
        <p:nvPicPr>
          <p:cNvPr id="15" name="OTag">
            <a:extLst>
              <a:ext uri="{FF2B5EF4-FFF2-40B4-BE49-F238E27FC236}">
                <a16:creationId xmlns:a16="http://schemas.microsoft.com/office/drawing/2014/main" id="{D79573CA-7EF3-46CE-91D4-01D1A2F17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F9EF32-2876-8841-ADB8-707F8BDB8530}"/>
              </a:ext>
            </a:extLst>
          </p:cNvPr>
          <p:cNvSpPr txBox="1"/>
          <p:nvPr userDrawn="1"/>
        </p:nvSpPr>
        <p:spPr>
          <a:xfrm>
            <a:off x="1295730" y="3244334"/>
            <a:ext cx="2285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2"/>
                </a:solidFill>
              </a:rPr>
              <a:t>Click to add image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48F56FAF-A389-4DEC-BCB5-7C2BCDEBE166}"/>
              </a:ext>
            </a:extLst>
          </p:cNvPr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5434085" y="1206535"/>
            <a:ext cx="2944208" cy="841248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/>
              <a:t>Click to add logo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5069B-D056-45AF-BC91-ABDBFD0C3D1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0" y="0"/>
            <a:ext cx="4876800" cy="6858000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7CAF2-5875-4790-8762-15A8CDD16E08}"/>
              </a:ext>
            </a:extLst>
          </p:cNvPr>
          <p:cNvSpPr>
            <a:spLocks noGrp="1"/>
          </p:cNvSpPr>
          <p:nvPr>
            <p:ph type="dt" sz="half" idx="43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75504-AA80-48D0-ABE0-C3B4B0480FBA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A2E22D8-777D-4A4E-8190-9C7E9654A636}"/>
              </a:ext>
            </a:extLst>
          </p:cNvPr>
          <p:cNvSpPr>
            <a:spLocks noGrp="1"/>
          </p:cNvSpPr>
          <p:nvPr>
            <p:ph type="sldNum" sz="quarter" idx="45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34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- Quot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uote">
            <a:extLst>
              <a:ext uri="{FF2B5EF4-FFF2-40B4-BE49-F238E27FC236}">
                <a16:creationId xmlns:a16="http://schemas.microsoft.com/office/drawing/2014/main" id="{E7972264-22BA-4EDF-A0AC-13C683A7DA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8728" y="2435027"/>
            <a:ext cx="6051272" cy="1846659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3000" b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“Click to type customer or partner quote surrounded by quotation marks.” Remove/replace placeholder image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04A571F4-71E4-264A-BBD5-0475995E68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85816" y="4983135"/>
            <a:ext cx="6051272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Name of person quoted</a:t>
            </a:r>
          </a:p>
        </p:txBody>
      </p:sp>
      <p:sp>
        <p:nvSpPr>
          <p:cNvPr id="11" name="Text Field 2">
            <a:extLst>
              <a:ext uri="{FF2B5EF4-FFF2-40B4-BE49-F238E27FC236}">
                <a16:creationId xmlns:a16="http://schemas.microsoft.com/office/drawing/2014/main" id="{CBFB97F9-F988-C34C-8B6D-BB4A4D8817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85816" y="5320728"/>
            <a:ext cx="6051272" cy="7863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Additional information if needed</a:t>
            </a:r>
          </a:p>
        </p:txBody>
      </p:sp>
      <p:pic>
        <p:nvPicPr>
          <p:cNvPr id="15" name="OTag">
            <a:extLst>
              <a:ext uri="{FF2B5EF4-FFF2-40B4-BE49-F238E27FC236}">
                <a16:creationId xmlns:a16="http://schemas.microsoft.com/office/drawing/2014/main" id="{0D7B12AA-E756-4885-BD64-8DBE9AAC5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B09CBC8C-115F-4556-A4E2-129D0E230A87}"/>
              </a:ext>
            </a:extLst>
          </p:cNvPr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5434085" y="1206535"/>
            <a:ext cx="2944208" cy="841248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/>
              <a:t>Click to add logo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F3D1FF3-649D-46E2-9FDF-D1A77643F22A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0" y="0"/>
            <a:ext cx="4876800" cy="6858000"/>
          </a:xfrm>
        </p:spPr>
        <p:txBody>
          <a:bodyPr anchor="ctr" anchorCtr="1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6CAD6-29C8-4422-A48D-D8830936B44F}"/>
              </a:ext>
            </a:extLst>
          </p:cNvPr>
          <p:cNvSpPr>
            <a:spLocks noGrp="1"/>
          </p:cNvSpPr>
          <p:nvPr>
            <p:ph type="dt" sz="half" idx="43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2E353-DA56-4DDC-BA6A-8DBF5B35499D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2F77D-AAE1-49E0-8C46-83975B4AC826}"/>
              </a:ext>
            </a:extLst>
          </p:cNvPr>
          <p:cNvSpPr>
            <a:spLocks noGrp="1"/>
          </p:cNvSpPr>
          <p:nvPr>
            <p:ph type="sldNum" sz="quarter" idx="45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1198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Abstract Illustration">
            <a:extLst>
              <a:ext uri="{FF2B5EF4-FFF2-40B4-BE49-F238E27FC236}">
                <a16:creationId xmlns:a16="http://schemas.microsoft.com/office/drawing/2014/main" id="{49F92AE8-C0F0-CF4B-B569-964245B00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6096000" y="4898"/>
            <a:ext cx="6096000" cy="6858000"/>
          </a:xfrm>
          <a:prstGeom prst="rect">
            <a:avLst/>
          </a:prstGeom>
        </p:spPr>
      </p:pic>
      <p:pic>
        <p:nvPicPr>
          <p:cNvPr id="26" name="OTag">
            <a:extLst>
              <a:ext uri="{FF2B5EF4-FFF2-40B4-BE49-F238E27FC236}">
                <a16:creationId xmlns:a16="http://schemas.microsoft.com/office/drawing/2014/main" id="{42D6F87D-23AA-1D42-BDBA-F6833AC9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Thank You">
            <a:extLst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3482230"/>
            <a:ext cx="5022325" cy="822960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marL="0" marR="0" lvl="0" indent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tabLst/>
            </a:pPr>
            <a:r>
              <a:rPr lang="en-US"/>
              <a:t>Thank you</a:t>
            </a:r>
          </a:p>
        </p:txBody>
      </p:sp>
      <p:cxnSp>
        <p:nvCxnSpPr>
          <p:cNvPr id="17" name="Accent Mark">
            <a:extLst>
              <a:ext uri="{FF2B5EF4-FFF2-40B4-BE49-F238E27FC236}">
                <a16:creationId xmlns:a16="http://schemas.microsoft.com/office/drawing/2014/main" id="{067F8F82-B054-48B8-A81C-65FC099A0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68350" y="4508728"/>
            <a:ext cx="301752" cy="0"/>
          </a:xfrm>
          <a:prstGeom prst="line">
            <a:avLst/>
          </a:prstGeom>
          <a:ln w="38100" cap="flat">
            <a:solidFill>
              <a:srgbClr val="FACD6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Field">
            <a:extLst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000" y="4773585"/>
            <a:ext cx="5029200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000" y="5111178"/>
            <a:ext cx="5029200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8BC18-3443-48B2-97E6-989B7098DC52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AC1E3-E104-4942-8AE8-198E477A85F9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68FA8-1974-461B-87A5-6D7032FA1C8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39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- 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Abstract Illustration">
            <a:extLst>
              <a:ext uri="{FF2B5EF4-FFF2-40B4-BE49-F238E27FC236}">
                <a16:creationId xmlns:a16="http://schemas.microsoft.com/office/drawing/2014/main" id="{49F92AE8-C0F0-CF4B-B569-964245B00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6096000" y="4898"/>
            <a:ext cx="6096000" cy="6858000"/>
          </a:xfrm>
          <a:prstGeom prst="rect">
            <a:avLst/>
          </a:prstGeom>
        </p:spPr>
      </p:pic>
      <p:pic>
        <p:nvPicPr>
          <p:cNvPr id="26" name="OTag">
            <a:extLst>
              <a:ext uri="{FF2B5EF4-FFF2-40B4-BE49-F238E27FC236}">
                <a16:creationId xmlns:a16="http://schemas.microsoft.com/office/drawing/2014/main" id="{42D6F87D-23AA-1D42-BDBA-F6833AC9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Thank youi">
            <a:extLst>
              <a:ext uri="{FF2B5EF4-FFF2-40B4-BE49-F238E27FC236}">
                <a16:creationId xmlns:a16="http://schemas.microsoft.com/office/drawing/2014/main" id="{1F390879-C7C7-4224-97BB-1C165BFB5A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3483973"/>
            <a:ext cx="5029200" cy="822960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marL="0" marR="0" lvl="0" indent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tabLst/>
            </a:pPr>
            <a:r>
              <a:rPr lang="en-US"/>
              <a:t>Thank you</a:t>
            </a:r>
          </a:p>
        </p:txBody>
      </p:sp>
      <p:cxnSp>
        <p:nvCxnSpPr>
          <p:cNvPr id="17" name="Accent Mark">
            <a:extLst>
              <a:ext uri="{FF2B5EF4-FFF2-40B4-BE49-F238E27FC236}">
                <a16:creationId xmlns:a16="http://schemas.microsoft.com/office/drawing/2014/main" id="{067F8F82-B054-48B8-A81C-65FC099A0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68350" y="4508728"/>
            <a:ext cx="301752" cy="0"/>
          </a:xfrm>
          <a:prstGeom prst="line">
            <a:avLst/>
          </a:prstGeom>
          <a:ln w="38100" cap="flat">
            <a:solidFill>
              <a:srgbClr val="FACD6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Field">
            <a:extLst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000" y="4773585"/>
            <a:ext cx="5029200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000" y="5111178"/>
            <a:ext cx="5029200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BDF9E-BB65-47CA-AE22-65479E3B2B11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FFAC2-A591-4775-8C17-E779B8580987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CE80B-FDBC-4834-99C6-9621F96B934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97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racle Logo" descr="Oracle Logo">
            <a:extLst>
              <a:ext uri="{FF2B5EF4-FFF2-40B4-BE49-F238E27FC236}">
                <a16:creationId xmlns:a16="http://schemas.microsoft.com/office/drawing/2014/main" id="{675A5E3C-9B7E-1248-9024-5EE790FC68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47854" y="2915192"/>
            <a:ext cx="4896293" cy="1027617"/>
          </a:xfrm>
          <a:prstGeom prst="rect">
            <a:avLst/>
          </a:prstGeom>
        </p:spPr>
      </p:pic>
      <p:pic>
        <p:nvPicPr>
          <p:cNvPr id="4" name="OTag">
            <a:extLst>
              <a:ext uri="{FF2B5EF4-FFF2-40B4-BE49-F238E27FC236}">
                <a16:creationId xmlns:a16="http://schemas.microsoft.com/office/drawing/2014/main" id="{938EEB79-EFA1-4711-804E-DFDFA3AE4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12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ark - Closing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racle Logo" descr="Oracle Logo">
            <a:extLst>
              <a:ext uri="{FF2B5EF4-FFF2-40B4-BE49-F238E27FC236}">
                <a16:creationId xmlns:a16="http://schemas.microsoft.com/office/drawing/2014/main" id="{11C3E469-1A28-4EAE-BB94-ADAB90F021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invGray">
          <a:xfrm>
            <a:off x="3647854" y="2915192"/>
            <a:ext cx="4896292" cy="1027617"/>
          </a:xfrm>
          <a:prstGeom prst="rect">
            <a:avLst/>
          </a:prstGeom>
        </p:spPr>
      </p:pic>
      <p:pic>
        <p:nvPicPr>
          <p:cNvPr id="3" name="OTag">
            <a:extLst>
              <a:ext uri="{FF2B5EF4-FFF2-40B4-BE49-F238E27FC236}">
                <a16:creationId xmlns:a16="http://schemas.microsoft.com/office/drawing/2014/main" id="{D41E7D90-EFED-4319-B620-7C6158CCE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231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llustration">
            <a:extLst>
              <a:ext uri="{FF2B5EF4-FFF2-40B4-BE49-F238E27FC236}">
                <a16:creationId xmlns:a16="http://schemas.microsoft.com/office/drawing/2014/main" id="{7F6A0B0D-9890-B044-B4D0-946D1FDB9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4"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38CAED-6966-416F-96DE-48D3061CAD63}"/>
              </a:ext>
            </a:extLst>
          </p:cNvPr>
          <p:cNvSpPr txBox="1"/>
          <p:nvPr userDrawn="1"/>
        </p:nvSpPr>
        <p:spPr>
          <a:xfrm>
            <a:off x="768876" y="1828800"/>
            <a:ext cx="6053328" cy="227933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lang="en-US" sz="3000" b="0" i="0" baseline="0" dirty="0">
                <a:latin typeface="+mj-lt"/>
                <a:cs typeface="+mj-cs"/>
              </a:defRPr>
            </a:lvl1pPr>
          </a:lstStyle>
          <a:p>
            <a:pPr lvl="0"/>
            <a:r>
              <a:rPr lang="en-US"/>
              <a:t>Our mission is to help people see data in new ways, discover insights,</a:t>
            </a:r>
            <a:br>
              <a:rPr lang="en-US"/>
            </a:br>
            <a:r>
              <a:rPr lang="en-US"/>
              <a:t>unlock endless possibilities.</a:t>
            </a:r>
          </a:p>
        </p:txBody>
      </p:sp>
    </p:spTree>
    <p:extLst>
      <p:ext uri="{BB962C8B-B14F-4D97-AF65-F5344CB8AC3E}">
        <p14:creationId xmlns:p14="http://schemas.microsoft.com/office/powerpoint/2010/main" val="985309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B4D86BA-0324-4CFB-8752-C34AB1C7DA95}"/>
              </a:ext>
            </a:extLst>
          </p:cNvPr>
          <p:cNvSpPr/>
          <p:nvPr userDrawn="1"/>
        </p:nvSpPr>
        <p:spPr>
          <a:xfrm>
            <a:off x="783878" y="3804904"/>
            <a:ext cx="30175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8A9AF7-F5CE-844F-BBE4-0C983CB99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82323826-2F7C-DC44-94F9-0225962BE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127AD-303E-4148-925B-F8D85494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7CD67-74FC-43EC-912B-8B74B34E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119101-EC6A-4B95-9940-BAB31432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BEA035-D7A5-4B84-9F05-5163378E9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1" y="2337132"/>
            <a:ext cx="10158984" cy="1280160"/>
          </a:xfrm>
          <a:noFill/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divider title (up to 2 lines)</a:t>
            </a:r>
          </a:p>
        </p:txBody>
      </p:sp>
      <p:sp>
        <p:nvSpPr>
          <p:cNvPr id="9" name="Subhead">
            <a:extLst>
              <a:ext uri="{FF2B5EF4-FFF2-40B4-BE49-F238E27FC236}">
                <a16:creationId xmlns:a16="http://schemas.microsoft.com/office/drawing/2014/main" id="{7CDB1F3E-E2D2-44FE-A725-E3ED1480C83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689" y="4135193"/>
            <a:ext cx="10158984" cy="68125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goes here</a:t>
            </a:r>
          </a:p>
        </p:txBody>
      </p:sp>
    </p:spTree>
    <p:extLst>
      <p:ext uri="{BB962C8B-B14F-4D97-AF65-F5344CB8AC3E}">
        <p14:creationId xmlns:p14="http://schemas.microsoft.com/office/powerpoint/2010/main" val="3490562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- 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CF9FCE-AE1C-564C-8F89-B5CD38A47D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82323826-2F7C-DC44-94F9-0225962BE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E7266-CBC0-47D9-85A0-91E01109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38588-07BC-4F98-97FA-975AE1443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8B57A4-1EA3-47FA-AD37-31BB82676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43FCF3-AE26-4DE7-A6C3-3940B3E78E3F}"/>
              </a:ext>
            </a:extLst>
          </p:cNvPr>
          <p:cNvSpPr/>
          <p:nvPr userDrawn="1"/>
        </p:nvSpPr>
        <p:spPr>
          <a:xfrm>
            <a:off x="783878" y="3804904"/>
            <a:ext cx="30175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7856B97A-8557-4DB6-9175-7EBD0C893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1" y="2337132"/>
            <a:ext cx="10158984" cy="1280160"/>
          </a:xfrm>
          <a:noFill/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divider title (up to 2 lines)</a:t>
            </a:r>
          </a:p>
        </p:txBody>
      </p:sp>
      <p:sp>
        <p:nvSpPr>
          <p:cNvPr id="10" name="Subhead">
            <a:extLst>
              <a:ext uri="{FF2B5EF4-FFF2-40B4-BE49-F238E27FC236}">
                <a16:creationId xmlns:a16="http://schemas.microsoft.com/office/drawing/2014/main" id="{E9558DCD-9619-43EF-806C-010C13A1116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689" y="4135193"/>
            <a:ext cx="10158984" cy="68125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>
                <a:solidFill>
                  <a:schemeClr val="accent6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goes here</a:t>
            </a:r>
          </a:p>
        </p:txBody>
      </p:sp>
    </p:spTree>
    <p:extLst>
      <p:ext uri="{BB962C8B-B14F-4D97-AF65-F5344CB8AC3E}">
        <p14:creationId xmlns:p14="http://schemas.microsoft.com/office/powerpoint/2010/main" val="42592410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ight - Titl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2FFF47-983C-4CE2-9048-1317EB4F3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1" name="Content">
            <a:extLst>
              <a:ext uri="{FF2B5EF4-FFF2-40B4-BE49-F238E27FC236}">
                <a16:creationId xmlns:a16="http://schemas.microsoft.com/office/drawing/2014/main" id="{407DA789-B767-4A77-A75D-9C385AFC33B4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68875" y="1617785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263415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">
            <a:extLst>
              <a:ext uri="{FF2B5EF4-FFF2-40B4-BE49-F238E27FC236}">
                <a16:creationId xmlns:a16="http://schemas.microsoft.com/office/drawing/2014/main" id="{B05AFF25-B817-40B5-8816-66323F71121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461645" y="1617785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Column Divider 2">
            <a:extLst>
              <a:ext uri="{FF2B5EF4-FFF2-40B4-BE49-F238E27FC236}">
                <a16:creationId xmlns:a16="http://schemas.microsoft.com/office/drawing/2014/main" id="{43000B2C-7C76-4F07-AF50-5F3019C38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51511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">
            <a:extLst>
              <a:ext uri="{FF2B5EF4-FFF2-40B4-BE49-F238E27FC236}">
                <a16:creationId xmlns:a16="http://schemas.microsoft.com/office/drawing/2014/main" id="{C63785FA-1D21-47B6-A7F2-29E72865C9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54414" y="1617785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9C599-3545-4260-BC77-88BD7619A10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95ECF-3404-41BC-B49D-2616D73127C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56EEFB-7FCA-4C8C-BD9A-59CFF6BBA9A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42419388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ight - Title/Subtitle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2191157-EC2D-4417-9959-2EA7D1DAF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4" name="Content">
            <a:extLst>
              <a:ext uri="{FF2B5EF4-FFF2-40B4-BE49-F238E27FC236}">
                <a16:creationId xmlns:a16="http://schemas.microsoft.com/office/drawing/2014/main" id="{6BF5D6F2-6C6B-4DA4-AC0C-00E6A19878C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68875" y="1624695"/>
            <a:ext cx="2478024" cy="44914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6" name="Column Divider">
            <a:extLst>
              <a:ext uri="{FF2B5EF4-FFF2-40B4-BE49-F238E27FC236}">
                <a16:creationId xmlns:a16="http://schemas.microsoft.com/office/drawing/2014/main" id="{0F3461D4-649E-40E4-87F7-441B5AAD9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74450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">
            <a:extLst>
              <a:ext uri="{FF2B5EF4-FFF2-40B4-BE49-F238E27FC236}">
                <a16:creationId xmlns:a16="http://schemas.microsoft.com/office/drawing/2014/main" id="{E5CE6DCB-8E0A-4B53-B64C-7BDFACF00EB2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494491" y="1624695"/>
            <a:ext cx="2478024" cy="44914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Column Divider 2">
            <a:extLst>
              <a:ext uri="{FF2B5EF4-FFF2-40B4-BE49-F238E27FC236}">
                <a16:creationId xmlns:a16="http://schemas.microsoft.com/office/drawing/2014/main" id="{E064F13D-89AB-46BC-A0F8-2756D43C7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107576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">
            <a:extLst>
              <a:ext uri="{FF2B5EF4-FFF2-40B4-BE49-F238E27FC236}">
                <a16:creationId xmlns:a16="http://schemas.microsoft.com/office/drawing/2014/main" id="{F5D5DEA3-2814-41A5-B682-5701E98CEDF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37692" y="1624695"/>
            <a:ext cx="2478024" cy="44914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2" name="Column Divider 3">
            <a:extLst>
              <a:ext uri="{FF2B5EF4-FFF2-40B4-BE49-F238E27FC236}">
                <a16:creationId xmlns:a16="http://schemas.microsoft.com/office/drawing/2014/main" id="{84710BBB-C09A-40C7-9EBC-25ADD5DA9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840702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ontent">
            <a:extLst>
              <a:ext uri="{FF2B5EF4-FFF2-40B4-BE49-F238E27FC236}">
                <a16:creationId xmlns:a16="http://schemas.microsoft.com/office/drawing/2014/main" id="{1C9BA945-2582-4E81-8214-CB38E96D1DD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980892" y="1624695"/>
            <a:ext cx="2478024" cy="44914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9360B9-A253-468B-B3D3-70CC43B0746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E56F53-8C5C-4F85-9969-353868B64B2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388CBD-B05C-4885-A081-172C87DCAD8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213430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1.emf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OTag">
            <a:extLst>
              <a:ext uri="{FF2B5EF4-FFF2-40B4-BE49-F238E27FC236}">
                <a16:creationId xmlns:a16="http://schemas.microsoft.com/office/drawing/2014/main" id="{DA16EBAD-93BE-4ACF-A78F-3C1CEDB86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8A70F255-3C2A-4AC7-8935-184146E3B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Title</a:t>
            </a:r>
          </a:p>
        </p:txBody>
      </p:sp>
      <p:sp>
        <p:nvSpPr>
          <p:cNvPr id="4" name="Text Field">
            <a:extLst>
              <a:ext uri="{FF2B5EF4-FFF2-40B4-BE49-F238E27FC236}">
                <a16:creationId xmlns:a16="http://schemas.microsoft.com/office/drawing/2014/main" id="{E46619B6-A626-4CDA-96E2-B94F4637C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875" y="1600200"/>
            <a:ext cx="10671048" cy="451485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08A3F6CD-49F4-D74B-8C7F-D6CA71EFB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000" y="6423660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ooter">
            <a:extLst>
              <a:ext uri="{FF2B5EF4-FFF2-40B4-BE49-F238E27FC236}">
                <a16:creationId xmlns:a16="http://schemas.microsoft.com/office/drawing/2014/main" id="{8E003242-6B91-1949-A5CA-15BA57A04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7759" y="6423978"/>
            <a:ext cx="574537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r>
              <a:rPr lang="en-US"/>
              <a:t>Copyright © 2025, Oracle and/or its affiliates</a:t>
            </a:r>
          </a:p>
        </p:txBody>
      </p:sp>
      <p:sp>
        <p:nvSpPr>
          <p:cNvPr id="20" name="Date">
            <a:extLst>
              <a:ext uri="{FF2B5EF4-FFF2-40B4-BE49-F238E27FC236}">
                <a16:creationId xmlns:a16="http://schemas.microsoft.com/office/drawing/2014/main" id="{65BA88F5-EF53-415B-8446-19188BE675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73138" y="6425604"/>
            <a:ext cx="2743200" cy="363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US" sz="900" smtClean="0">
                <a:solidFill>
                  <a:srgbClr val="8B8580"/>
                </a:solidFill>
              </a:defRPr>
            </a:lvl1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632300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917" r:id="rId2"/>
    <p:sldLayoutId id="2147483928" r:id="rId3"/>
    <p:sldLayoutId id="2147483893" r:id="rId4"/>
    <p:sldLayoutId id="2147483774" r:id="rId5"/>
    <p:sldLayoutId id="2147483919" r:id="rId6"/>
    <p:sldLayoutId id="2147483922" r:id="rId7"/>
    <p:sldLayoutId id="2147483929" r:id="rId8"/>
    <p:sldLayoutId id="2147483920" r:id="rId9"/>
    <p:sldLayoutId id="2147483930" r:id="rId10"/>
    <p:sldLayoutId id="2147483931" r:id="rId11"/>
    <p:sldLayoutId id="2147483932" r:id="rId12"/>
    <p:sldLayoutId id="2147483936" r:id="rId13"/>
    <p:sldLayoutId id="2147483937" r:id="rId14"/>
    <p:sldLayoutId id="2147483933" r:id="rId15"/>
    <p:sldLayoutId id="2147483935" r:id="rId16"/>
    <p:sldLayoutId id="2147483938" r:id="rId17"/>
    <p:sldLayoutId id="2147483939" r:id="rId18"/>
    <p:sldLayoutId id="2147483761" r:id="rId19"/>
    <p:sldLayoutId id="2147483940" r:id="rId20"/>
    <p:sldLayoutId id="2147483969" r:id="rId21"/>
    <p:sldLayoutId id="2147483970" r:id="rId22"/>
    <p:sldLayoutId id="2147483974" r:id="rId23"/>
    <p:sldLayoutId id="2147483975" r:id="rId24"/>
    <p:sldLayoutId id="2147483781" r:id="rId25"/>
    <p:sldLayoutId id="2147483941" r:id="rId26"/>
    <p:sldLayoutId id="2147483756" r:id="rId27"/>
    <p:sldLayoutId id="2147483914" r:id="rId28"/>
    <p:sldLayoutId id="2147483754" r:id="rId29"/>
    <p:sldLayoutId id="2147483915" r:id="rId30"/>
    <p:sldLayoutId id="2147483778" r:id="rId31"/>
    <p:sldLayoutId id="2147483916" r:id="rId32"/>
    <p:sldLayoutId id="2147483762" r:id="rId33"/>
    <p:sldLayoutId id="2147483942" r:id="rId34"/>
    <p:sldLayoutId id="2147483766" r:id="rId35"/>
    <p:sldLayoutId id="2147483894" r:id="rId36"/>
    <p:sldLayoutId id="2147483769" r:id="rId37"/>
    <p:sldLayoutId id="2147483895" r:id="rId38"/>
    <p:sldLayoutId id="2147483768" r:id="rId39"/>
    <p:sldLayoutId id="2147483897" r:id="rId40"/>
    <p:sldLayoutId id="2147483898" r:id="rId41"/>
    <p:sldLayoutId id="2147483905" r:id="rId42"/>
    <p:sldLayoutId id="2147483749" r:id="rId43"/>
    <p:sldLayoutId id="2147483908" r:id="rId44"/>
    <p:sldLayoutId id="2147483751" r:id="rId45"/>
    <p:sldLayoutId id="2147483945" r:id="rId46"/>
    <p:sldLayoutId id="2147483752" r:id="rId47"/>
    <p:sldLayoutId id="2147483912" r:id="rId48"/>
    <p:sldLayoutId id="2147483763" r:id="rId49"/>
    <p:sldLayoutId id="2147483943" r:id="rId50"/>
    <p:sldLayoutId id="2147483744" r:id="rId51"/>
    <p:sldLayoutId id="2147483944" r:id="rId52"/>
    <p:sldLayoutId id="2147483742" r:id="rId53"/>
    <p:sldLayoutId id="2147483972" r:id="rId54"/>
    <p:sldLayoutId id="2147483973" r:id="rId55"/>
    <p:sldLayoutId id="2147483977" r:id="rId56"/>
    <p:sldLayoutId id="2147483979" r:id="rId5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lang="en-US" sz="2400" b="1" i="0" kern="1200" baseline="0" dirty="0">
          <a:solidFill>
            <a:schemeClr val="tx1"/>
          </a:solidFill>
          <a:latin typeface="+mn-lt"/>
          <a:ea typeface="+mn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Tx/>
        <a:buFont typeface="System Font Regular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Oracle Sans Tab" panose="020B0503020204020204" pitchFamily="34" charset="0"/>
        </a:defRPr>
      </a:lvl1pPr>
      <a:lvl2pPr marL="365760" marR="0" indent="-18288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Oracle Sans Tab" panose="020B0503020204020204" pitchFamily="34" charset="0"/>
        </a:defRPr>
      </a:lvl2pPr>
      <a:lvl3pPr marL="547688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3pPr>
      <a:lvl4pPr marL="730250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4pPr>
      <a:lvl5pPr marL="914400" marR="0" indent="-182880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Tx/>
        <a:buFont typeface="System Font Regular"/>
        <a:buChar char="•"/>
        <a:tabLst/>
        <a:defRPr sz="12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SzPct val="100000"/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008" userDrawn="1">
          <p15:clr>
            <a:srgbClr val="F26B43"/>
          </p15:clr>
        </p15:guide>
        <p15:guide id="4" orient="horz" pos="3852" userDrawn="1">
          <p15:clr>
            <a:srgbClr val="F26B43"/>
          </p15:clr>
        </p15:guide>
        <p15:guide id="5" pos="480" userDrawn="1">
          <p15:clr>
            <a:srgbClr val="F26B43"/>
          </p15:clr>
        </p15:guide>
        <p15:guide id="6" orient="horz" pos="795" userDrawn="1">
          <p15:clr>
            <a:srgbClr val="F26B43"/>
          </p15:clr>
        </p15:guide>
        <p15:guide id="7" orient="horz" pos="590" userDrawn="1">
          <p15:clr>
            <a:srgbClr val="F26B43"/>
          </p15:clr>
        </p15:guide>
        <p15:guide id="8" pos="72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762000" y="3778966"/>
            <a:ext cx="10671048" cy="330540"/>
          </a:xfrm>
        </p:spPr>
        <p:txBody>
          <a:bodyPr/>
          <a:lstStyle/>
          <a:p>
            <a:r>
              <a:rPr dirty="0"/>
              <a:t>Reproducible development environments — package a full virtual machine as code, then stand it up with a single command. What each tool does, and how they plug into each other.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606040"/>
            <a:ext cx="10671048" cy="822960"/>
          </a:xfrm>
        </p:spPr>
        <p:txBody>
          <a:bodyPr/>
          <a:lstStyle/>
          <a:p>
            <a:r>
              <a:rPr dirty="0"/>
              <a:t>VirtualBox &amp; Vagrant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3EF68F-93B4-3A54-AB61-2E2E61D0B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1D6945-72DC-D3BD-FB9C-0C1BDFCFA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EB708B-4AD6-7342-7EA1-8236C3755238}"/>
              </a:ext>
            </a:extLst>
          </p:cNvPr>
          <p:cNvSpPr txBox="1"/>
          <p:nvPr/>
        </p:nvSpPr>
        <p:spPr>
          <a:xfrm>
            <a:off x="3049732" y="3244334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639B85-9F8B-84C0-B42C-586A43C43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42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456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 wrap="square"/>
          <a:lstStyle/>
          <a:p>
            <a:pPr>
              <a:buNone/>
            </a:pPr>
            <a:r>
              <a:rPr sz="1600" b="1" i="0">
                <a:solidFill>
                  <a:srgbClr val="312D2A"/>
                </a:solidFill>
              </a:rPr>
              <a:t>The two tools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VirtualBox</a:t>
            </a:r>
            <a:r>
              <a:rPr sz="1400" b="0" i="0">
                <a:solidFill>
                  <a:srgbClr val="312D2A"/>
                </a:solidFill>
              </a:rPr>
              <a:t> — the hypervisor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Vagrant</a:t>
            </a:r>
            <a:r>
              <a:rPr sz="1400" b="0" i="0">
                <a:solidFill>
                  <a:srgbClr val="312D2A"/>
                </a:solidFill>
              </a:rPr>
              <a:t> — automation wrapper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Boxes</a:t>
            </a:r>
            <a:r>
              <a:rPr sz="1400" b="0" i="0">
                <a:solidFill>
                  <a:srgbClr val="312D2A"/>
                </a:solidFill>
              </a:rPr>
              <a:t> — base VM images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Where</a:t>
            </a:r>
            <a:r>
              <a:rPr sz="1400" b="0" i="0">
                <a:solidFill>
                  <a:srgbClr val="312D2A"/>
                </a:solidFill>
              </a:rPr>
              <a:t> each tool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pPr>
              <a:buNone/>
            </a:pPr>
            <a:r>
              <a:rPr sz="1600" b="1" i="0">
                <a:solidFill>
                  <a:srgbClr val="312D2A"/>
                </a:solidFill>
              </a:rPr>
              <a:t>The integration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Provider plugin</a:t>
            </a:r>
            <a:r>
              <a:rPr sz="1400" b="0" i="0">
                <a:solidFill>
                  <a:srgbClr val="312D2A"/>
                </a:solidFill>
              </a:rPr>
              <a:t> — the bridge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Vagrantfile</a:t>
            </a:r>
            <a:r>
              <a:rPr sz="1400" b="0" i="0">
                <a:solidFill>
                  <a:srgbClr val="312D2A"/>
                </a:solidFill>
              </a:rPr>
              <a:t> — VM as code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Networking</a:t>
            </a:r>
            <a:r>
              <a:rPr sz="1400" b="0" i="0">
                <a:solidFill>
                  <a:srgbClr val="312D2A"/>
                </a:solidFill>
              </a:rPr>
              <a:t> &amp; port forwarding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Shared folders</a:t>
            </a:r>
            <a:r>
              <a:rPr sz="1400" b="0" i="0">
                <a:solidFill>
                  <a:srgbClr val="312D2A"/>
                </a:solidFill>
              </a:rPr>
              <a:t> host ↔ guest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Provisioners install software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 wrap="square"/>
          <a:lstStyle/>
          <a:p>
            <a:pPr>
              <a:buNone/>
            </a:pPr>
            <a:r>
              <a:rPr sz="1600" b="1" i="0">
                <a:solidFill>
                  <a:srgbClr val="312D2A"/>
                </a:solidFill>
              </a:rPr>
              <a:t>In practice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vagrant up / ssh / halt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One-command lifecycle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Multi-machine clusters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Teardown &amp; rebuild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Sharing with your team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What This Deck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312D2A"/>
                </a:solidFill>
              </a:rPr>
              <a:t>From two separate tools to one smooth workflow — and the plugin that ties them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 wrap="square"/>
          <a:lstStyle/>
          <a:p>
            <a:pPr>
              <a:buNone/>
            </a:pPr>
            <a:r>
              <a:rPr sz="1600" b="1" i="0">
                <a:solidFill>
                  <a:srgbClr val="312D2A"/>
                </a:solidFill>
              </a:rPr>
              <a:t>Runs whole VMs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Type-2 hypervisor</a:t>
            </a:r>
            <a:r>
              <a:rPr sz="1400" b="0" i="0">
                <a:solidFill>
                  <a:srgbClr val="312D2A"/>
                </a:solidFill>
              </a:rPr>
              <a:t> on your OS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Full guest OS</a:t>
            </a:r>
            <a:r>
              <a:rPr sz="1400" b="0" i="0">
                <a:solidFill>
                  <a:srgbClr val="312D2A"/>
                </a:solidFill>
              </a:rPr>
              <a:t>, own kernel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Isolated</a:t>
            </a:r>
            <a:r>
              <a:rPr sz="1400" b="0" i="0">
                <a:solidFill>
                  <a:srgbClr val="312D2A"/>
                </a:solidFill>
              </a:rPr>
              <a:t> from the host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pPr>
              <a:buNone/>
            </a:pPr>
            <a:r>
              <a:rPr sz="1600" b="1" i="0">
                <a:solidFill>
                  <a:srgbClr val="312D2A"/>
                </a:solidFill>
              </a:rPr>
              <a:t>Virtual hardware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vCPU, RAM, disk</a:t>
            </a:r>
            <a:r>
              <a:rPr sz="1400" b="0" i="0">
                <a:solidFill>
                  <a:srgbClr val="312D2A"/>
                </a:solidFill>
              </a:rPr>
              <a:t> you allocate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Virtual NICs</a:t>
            </a:r>
            <a:r>
              <a:rPr sz="1400" b="0" i="0">
                <a:solidFill>
                  <a:srgbClr val="312D2A"/>
                </a:solidFill>
              </a:rPr>
              <a:t> NAT / bridged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Snapshots</a:t>
            </a:r>
            <a:r>
              <a:rPr sz="1400" b="0" i="0">
                <a:solidFill>
                  <a:srgbClr val="312D2A"/>
                </a:solidFill>
              </a:rPr>
              <a:t> save &amp; restore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 wrap="square"/>
          <a:lstStyle/>
          <a:p>
            <a:pPr>
              <a:buNone/>
            </a:pPr>
            <a:r>
              <a:rPr sz="1600" b="1" i="0">
                <a:solidFill>
                  <a:srgbClr val="312D2A"/>
                </a:solidFill>
              </a:rPr>
              <a:t>How you drive it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GUI manager</a:t>
            </a:r>
            <a:r>
              <a:rPr sz="1400" b="0" i="0">
                <a:solidFill>
                  <a:srgbClr val="312D2A"/>
                </a:solidFill>
              </a:rPr>
              <a:t> to click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VBoxManage</a:t>
            </a:r>
            <a:r>
              <a:rPr sz="1400" b="0" i="0">
                <a:solidFill>
                  <a:srgbClr val="312D2A"/>
                </a:solidFill>
              </a:rPr>
              <a:t> CLI control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Manual</a:t>
            </a:r>
            <a:r>
              <a:rPr sz="1400" b="0" i="0">
                <a:solidFill>
                  <a:srgbClr val="312D2A"/>
                </a:solidFill>
              </a:rPr>
              <a:t> — slow to reproduce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What Is VirtualBox?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312D2A"/>
                </a:solidFill>
              </a:rPr>
              <a:t>Oracle’s free type-2 hypervisor — it runs complete guest operating systems as virtual machines on your desktop or laptop.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 wrap="square"/>
          <a:lstStyle/>
          <a:p>
            <a:pPr>
              <a:buNone/>
            </a:pPr>
            <a:r>
              <a:rPr sz="1600" b="1" i="0">
                <a:solidFill>
                  <a:srgbClr val="312D2A"/>
                </a:solidFill>
              </a:rPr>
              <a:t>Infrastructure as code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One Vagrantfile</a:t>
            </a:r>
            <a:r>
              <a:rPr sz="1400" b="0" i="0">
                <a:solidFill>
                  <a:srgbClr val="312D2A"/>
                </a:solidFill>
              </a:rPr>
              <a:t> per project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Text file,</a:t>
            </a:r>
            <a:r>
              <a:rPr sz="1400" b="0" i="0">
                <a:solidFill>
                  <a:srgbClr val="312D2A"/>
                </a:solidFill>
              </a:rPr>
              <a:t> version-controlled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Same VM</a:t>
            </a:r>
            <a:r>
              <a:rPr sz="1400" b="0" i="0">
                <a:solidFill>
                  <a:srgbClr val="312D2A"/>
                </a:solidFill>
              </a:rPr>
              <a:t> for everyone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pPr>
              <a:buNone/>
            </a:pPr>
            <a:r>
              <a:rPr sz="1600" b="1" i="0">
                <a:solidFill>
                  <a:srgbClr val="312D2A"/>
                </a:solidFill>
              </a:rPr>
              <a:t>Wraps the provider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Drives</a:t>
            </a:r>
            <a:r>
              <a:rPr sz="1400" b="0" i="0">
                <a:solidFill>
                  <a:srgbClr val="312D2A"/>
                </a:solidFill>
              </a:rPr>
              <a:t> VirtualBox for you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No GUI</a:t>
            </a:r>
            <a:r>
              <a:rPr sz="1400" b="0" i="0">
                <a:solidFill>
                  <a:srgbClr val="312D2A"/>
                </a:solidFill>
              </a:rPr>
              <a:t> clicking needed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Boxes</a:t>
            </a:r>
            <a:r>
              <a:rPr sz="1400" b="0" i="0">
                <a:solidFill>
                  <a:srgbClr val="312D2A"/>
                </a:solidFill>
              </a:rPr>
              <a:t> as base images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 wrap="square"/>
          <a:lstStyle/>
          <a:p>
            <a:pPr>
              <a:buNone/>
            </a:pPr>
            <a:r>
              <a:rPr sz="1600" b="1" i="0">
                <a:solidFill>
                  <a:srgbClr val="312D2A"/>
                </a:solidFill>
              </a:rPr>
              <a:t>One-command workflow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vagrant up</a:t>
            </a:r>
            <a:r>
              <a:rPr sz="1400" b="0" i="0">
                <a:solidFill>
                  <a:srgbClr val="312D2A"/>
                </a:solidFill>
              </a:rPr>
              <a:t> builds it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vagrant ssh</a:t>
            </a:r>
            <a:r>
              <a:rPr sz="1400" b="0" i="0">
                <a:solidFill>
                  <a:srgbClr val="312D2A"/>
                </a:solidFill>
              </a:rPr>
              <a:t> logs in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vagrant destroy</a:t>
            </a:r>
            <a:r>
              <a:rPr sz="1400" b="0" i="0">
                <a:solidFill>
                  <a:srgbClr val="312D2A"/>
                </a:solidFill>
              </a:rPr>
              <a:t> cleans up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What Is Vagrant?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312D2A"/>
                </a:solidFill>
              </a:rPr>
              <a:t>A command-line tool from HashiCorp that builds and manages virtual machines from a single text file — it doesn’t virtualize anything itself, it automates a provider that does.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They Work Together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Vagrant gives the orders, VirtualBox does the virtualizing — and a provider plugin connects the two.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 wrap="square"/>
          <a:lstStyle/>
          <a:p>
            <a:pPr>
              <a:buNone/>
            </a:pPr>
            <a:r>
              <a:rPr sz="1600" b="1" i="0">
                <a:solidFill>
                  <a:srgbClr val="312D2A"/>
                </a:solidFill>
              </a:rPr>
              <a:t>What Vagrant provides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The Vagrantfile</a:t>
            </a:r>
            <a:r>
              <a:rPr sz="1400" b="0" i="0">
                <a:solidFill>
                  <a:srgbClr val="312D2A"/>
                </a:solidFill>
              </a:rPr>
              <a:t> — your VM spec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vagrant commands</a:t>
            </a:r>
            <a:r>
              <a:rPr sz="1400" b="0" i="0">
                <a:solidFill>
                  <a:srgbClr val="312D2A"/>
                </a:solidFill>
              </a:rPr>
              <a:t> up / halt / destroy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Box images</a:t>
            </a:r>
            <a:r>
              <a:rPr sz="1400" b="0" i="0">
                <a:solidFill>
                  <a:srgbClr val="312D2A"/>
                </a:solidFill>
              </a:rPr>
              <a:t> fetched &amp; cached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Provisioning</a:t>
            </a:r>
            <a:r>
              <a:rPr sz="1400" b="0" i="0">
                <a:solidFill>
                  <a:srgbClr val="312D2A"/>
                </a:solidFill>
              </a:rPr>
              <a:t> hooks after boot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 wrap="square"/>
          <a:lstStyle/>
          <a:p>
            <a:pPr>
              <a:buNone/>
            </a:pPr>
            <a:r>
              <a:rPr sz="1600" b="1" i="0">
                <a:solidFill>
                  <a:srgbClr val="312D2A"/>
                </a:solidFill>
              </a:rPr>
              <a:t>What VirtualBox provides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The virtualization</a:t>
            </a:r>
            <a:r>
              <a:rPr sz="1400" b="0" i="0">
                <a:solidFill>
                  <a:srgbClr val="312D2A"/>
                </a:solidFill>
              </a:rPr>
              <a:t> — the real engine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Compute &amp; storage</a:t>
            </a:r>
            <a:r>
              <a:rPr sz="1400" b="0" i="0">
                <a:solidFill>
                  <a:srgbClr val="312D2A"/>
                </a:solidFill>
              </a:rPr>
              <a:t> vCPU, RAM, disks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Virtual networking</a:t>
            </a:r>
            <a:r>
              <a:rPr sz="1400" b="0" i="0">
                <a:solidFill>
                  <a:srgbClr val="312D2A"/>
                </a:solidFill>
              </a:rPr>
              <a:t> NAT, host-only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VBoxManage API</a:t>
            </a:r>
            <a:r>
              <a:rPr sz="1400" b="0" i="0">
                <a:solidFill>
                  <a:srgbClr val="312D2A"/>
                </a:solidFill>
              </a:rPr>
              <a:t> Vagrant calls it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The Integration: Vagrant Drives VirtualBox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312D2A"/>
                </a:solidFill>
              </a:rPr>
              <a:t>You describe the VM once; Vagrant translates that into VirtualBox operations through a provider plugin.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875" y="5942688"/>
            <a:ext cx="10671048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C74634"/>
                </a:solidFill>
              </a:rPr>
              <a:t>The bridge</a:t>
            </a:r>
          </a:p>
          <a:p>
            <a:r>
              <a:rPr sz="1200" b="0" i="0">
                <a:solidFill>
                  <a:srgbClr val="312D2A"/>
                </a:solidFill>
                <a:latin typeface="Consolas"/>
              </a:rPr>
              <a:t>The virtualbox provider is the built-in glue — it turns Vagrantfile settings into VBoxManage calls, so vagrant up creates, boots and configures the VM with no manual clicks.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Anatomy of a Vagrantfile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200" b="0" i="1">
                <a:solidFill>
                  <a:srgbClr val="C74634"/>
                </a:solidFill>
              </a:rPr>
              <a:t>One Ruby file describes the whole VM — box, network, resources and setup. The provider block is where VirtualBox gets its instructions.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847110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10000" rIns="120000" bIns="11000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88C7E"/>
                </a:solidFill>
                <a:latin typeface="Consolas"/>
              </a:rPr>
              <a:t>Vagrant</a:t>
            </a:r>
            <a:r>
              <a:rPr sz="1050" b="0" i="0">
                <a:solidFill>
                  <a:srgbClr val="ECE7E1"/>
                </a:solidFill>
                <a:latin typeface="Consolas"/>
              </a:rPr>
              <a:t>.configure(</a:t>
            </a:r>
            <a:r>
              <a:rPr sz="1050" b="0" i="0">
                <a:solidFill>
                  <a:srgbClr val="F0C06A"/>
                </a:solidFill>
                <a:latin typeface="Consolas"/>
              </a:rPr>
              <a:t>"2"</a:t>
            </a:r>
            <a:r>
              <a:rPr sz="1050" b="0" i="0">
                <a:solidFill>
                  <a:srgbClr val="ECE7E1"/>
                </a:solidFill>
                <a:latin typeface="Consolas"/>
              </a:rPr>
              <a:t>) </a:t>
            </a:r>
            <a:r>
              <a:rPr sz="1050" b="0" i="0">
                <a:solidFill>
                  <a:srgbClr val="D88C7E"/>
                </a:solidFill>
                <a:latin typeface="Consolas"/>
              </a:rPr>
              <a:t>do</a:t>
            </a:r>
            <a:r>
              <a:rPr sz="1050" b="0" i="0">
                <a:solidFill>
                  <a:srgbClr val="ECE7E1"/>
                </a:solidFill>
                <a:latin typeface="Consolas"/>
              </a:rPr>
              <a:t> |config|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CE7E1"/>
                </a:solidFill>
                <a:latin typeface="Consolas"/>
              </a:rPr>
              <a:t>  config</a:t>
            </a:r>
            <a:r>
              <a:rPr sz="1050" b="0" i="0">
                <a:solidFill>
                  <a:srgbClr val="9CC3D5"/>
                </a:solidFill>
                <a:latin typeface="Consolas"/>
              </a:rPr>
              <a:t>.vm.box</a:t>
            </a:r>
            <a:r>
              <a:rPr sz="1050" b="0" i="0">
                <a:solidFill>
                  <a:srgbClr val="ECE7E1"/>
                </a:solidFill>
                <a:latin typeface="Consolas"/>
              </a:rPr>
              <a:t> = </a:t>
            </a:r>
            <a:r>
              <a:rPr sz="1050" b="0" i="0">
                <a:solidFill>
                  <a:srgbClr val="F0C06A"/>
                </a:solidFill>
                <a:latin typeface="Consolas"/>
              </a:rPr>
              <a:t>"oraclelinux/8"</a:t>
            </a:r>
            <a:r>
              <a:rPr sz="1050" b="0" i="0">
                <a:solidFill>
                  <a:srgbClr val="ECE7E1"/>
                </a:solidFill>
                <a:latin typeface="Consolas"/>
              </a:rPr>
              <a:t>      </a:t>
            </a:r>
            <a:r>
              <a:rPr sz="1050" b="0" i="0">
                <a:solidFill>
                  <a:srgbClr val="F0C06A"/>
                </a:solidFill>
                <a:latin typeface="Consolas"/>
              </a:rPr>
              <a:t># base box from catalog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CE7E1"/>
                </a:solidFill>
                <a:latin typeface="Consolas"/>
              </a:rPr>
              <a:t>  config</a:t>
            </a:r>
            <a:r>
              <a:rPr sz="1050" b="0" i="0">
                <a:solidFill>
                  <a:srgbClr val="9CC3D5"/>
                </a:solidFill>
                <a:latin typeface="Consolas"/>
              </a:rPr>
              <a:t>.vm.hostname</a:t>
            </a:r>
            <a:r>
              <a:rPr sz="1050" b="0" i="0">
                <a:solidFill>
                  <a:srgbClr val="ECE7E1"/>
                </a:solidFill>
                <a:latin typeface="Consolas"/>
              </a:rPr>
              <a:t> = </a:t>
            </a:r>
            <a:r>
              <a:rPr sz="1050" b="0" i="0">
                <a:solidFill>
                  <a:srgbClr val="F0C06A"/>
                </a:solidFill>
                <a:latin typeface="Consolas"/>
              </a:rPr>
              <a:t>"ol8-lab"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CE7E1"/>
                </a:solidFill>
                <a:latin typeface="Consolas"/>
              </a:rPr>
              <a:t>  config</a:t>
            </a:r>
            <a:r>
              <a:rPr sz="1050" b="0" i="0">
                <a:solidFill>
                  <a:srgbClr val="9CC3D5"/>
                </a:solidFill>
                <a:latin typeface="Consolas"/>
              </a:rPr>
              <a:t>.vm.network</a:t>
            </a:r>
            <a:r>
              <a:rPr sz="1050" b="0" i="0">
                <a:solidFill>
                  <a:srgbClr val="ECE7E1"/>
                </a:solidFill>
                <a:latin typeface="Consolas"/>
              </a:rPr>
              <a:t> </a:t>
            </a:r>
            <a:r>
              <a:rPr sz="1050" b="0" i="0">
                <a:solidFill>
                  <a:srgbClr val="F0C06A"/>
                </a:solidFill>
                <a:latin typeface="Consolas"/>
              </a:rPr>
              <a:t>"private_network"</a:t>
            </a:r>
            <a:r>
              <a:rPr sz="1050" b="0" i="0">
                <a:solidFill>
                  <a:srgbClr val="ECE7E1"/>
                </a:solidFill>
                <a:latin typeface="Consolas"/>
              </a:rPr>
              <a:t>,   </a:t>
            </a:r>
            <a:r>
              <a:rPr sz="1050" b="0" i="0">
                <a:solidFill>
                  <a:srgbClr val="F0C06A"/>
                </a:solidFill>
                <a:latin typeface="Consolas"/>
              </a:rPr>
              <a:t># host-only IP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CE7E1"/>
                </a:solidFill>
                <a:latin typeface="Consolas"/>
              </a:rPr>
              <a:t>    ip: </a:t>
            </a:r>
            <a:r>
              <a:rPr sz="1050" b="0" i="0">
                <a:solidFill>
                  <a:srgbClr val="F0C06A"/>
                </a:solidFill>
                <a:latin typeface="Consolas"/>
              </a:rPr>
              <a:t>"192.168.56.10"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CE7E1"/>
                </a:solidFill>
                <a:latin typeface="Consolas"/>
              </a:rPr>
              <a:t>  config</a:t>
            </a:r>
            <a:r>
              <a:rPr sz="1050" b="0" i="0">
                <a:solidFill>
                  <a:srgbClr val="9CC3D5"/>
                </a:solidFill>
                <a:latin typeface="Consolas"/>
              </a:rPr>
              <a:t>.vm.network</a:t>
            </a:r>
            <a:r>
              <a:rPr sz="1050" b="0" i="0">
                <a:solidFill>
                  <a:srgbClr val="ECE7E1"/>
                </a:solidFill>
                <a:latin typeface="Consolas"/>
              </a:rPr>
              <a:t> </a:t>
            </a:r>
            <a:r>
              <a:rPr sz="1050" b="0" i="0">
                <a:solidFill>
                  <a:srgbClr val="F0C06A"/>
                </a:solidFill>
                <a:latin typeface="Consolas"/>
              </a:rPr>
              <a:t>"forwarded_port"</a:t>
            </a:r>
            <a:r>
              <a:rPr sz="1050" b="0" i="0">
                <a:solidFill>
                  <a:srgbClr val="ECE7E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CE7E1"/>
                </a:solidFill>
                <a:latin typeface="Consolas"/>
              </a:rPr>
              <a:t>    guest: </a:t>
            </a:r>
            <a:r>
              <a:rPr sz="1050" b="0" i="0">
                <a:solidFill>
                  <a:srgbClr val="F0C06A"/>
                </a:solidFill>
                <a:latin typeface="Consolas"/>
              </a:rPr>
              <a:t>1521</a:t>
            </a:r>
            <a:r>
              <a:rPr sz="1050" b="0" i="0">
                <a:solidFill>
                  <a:srgbClr val="ECE7E1"/>
                </a:solidFill>
                <a:latin typeface="Consolas"/>
              </a:rPr>
              <a:t>, host: </a:t>
            </a:r>
            <a:r>
              <a:rPr sz="1050" b="0" i="0">
                <a:solidFill>
                  <a:srgbClr val="F0C06A"/>
                </a:solidFill>
                <a:latin typeface="Consolas"/>
              </a:rPr>
              <a:t>1521</a:t>
            </a:r>
            <a:r>
              <a:rPr sz="1050" b="0" i="0">
                <a:solidFill>
                  <a:srgbClr val="ECE7E1"/>
                </a:solidFill>
                <a:latin typeface="Consolas"/>
              </a:rPr>
              <a:t>    </a:t>
            </a:r>
            <a:r>
              <a:rPr sz="1050" b="0" i="0">
                <a:solidFill>
                  <a:srgbClr val="F0C06A"/>
                </a:solidFill>
                <a:latin typeface="Consolas"/>
              </a:rPr>
              <a:t># Oracle listener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CE7E1"/>
                </a:solidFill>
                <a:latin typeface="Consolas"/>
              </a:rPr>
              <a:t>  config</a:t>
            </a:r>
            <a:r>
              <a:rPr sz="1050" b="0" i="0">
                <a:solidFill>
                  <a:srgbClr val="9CC3D5"/>
                </a:solidFill>
                <a:latin typeface="Consolas"/>
              </a:rPr>
              <a:t>.vm.provider</a:t>
            </a:r>
            <a:r>
              <a:rPr sz="1050" b="0" i="0">
                <a:solidFill>
                  <a:srgbClr val="ECE7E1"/>
                </a:solidFill>
                <a:latin typeface="Consolas"/>
              </a:rPr>
              <a:t> </a:t>
            </a:r>
            <a:r>
              <a:rPr sz="1050" b="0" i="0">
                <a:solidFill>
                  <a:srgbClr val="F0C06A"/>
                </a:solidFill>
                <a:latin typeface="Consolas"/>
              </a:rPr>
              <a:t>"virtualbox"</a:t>
            </a:r>
            <a:r>
              <a:rPr sz="1050" b="0" i="0">
                <a:solidFill>
                  <a:srgbClr val="ECE7E1"/>
                </a:solidFill>
                <a:latin typeface="Consolas"/>
              </a:rPr>
              <a:t> </a:t>
            </a:r>
            <a:r>
              <a:rPr sz="1050" b="0" i="0">
                <a:solidFill>
                  <a:srgbClr val="D88C7E"/>
                </a:solidFill>
                <a:latin typeface="Consolas"/>
              </a:rPr>
              <a:t>do</a:t>
            </a:r>
            <a:r>
              <a:rPr sz="1050" b="0" i="0">
                <a:solidFill>
                  <a:srgbClr val="ECE7E1"/>
                </a:solidFill>
                <a:latin typeface="Consolas"/>
              </a:rPr>
              <a:t> |vb|   </a:t>
            </a:r>
            <a:r>
              <a:rPr sz="1050" b="0" i="0">
                <a:solidFill>
                  <a:srgbClr val="F0C06A"/>
                </a:solidFill>
                <a:latin typeface="Consolas"/>
              </a:rPr>
              <a:t># the provider block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CE7E1"/>
                </a:solidFill>
                <a:latin typeface="Consolas"/>
              </a:rPr>
              <a:t>    vb</a:t>
            </a:r>
            <a:r>
              <a:rPr sz="1050" b="0" i="0">
                <a:solidFill>
                  <a:srgbClr val="9CC3D5"/>
                </a:solidFill>
                <a:latin typeface="Consolas"/>
              </a:rPr>
              <a:t>.name</a:t>
            </a:r>
            <a:r>
              <a:rPr sz="1050" b="0" i="0">
                <a:solidFill>
                  <a:srgbClr val="ECE7E1"/>
                </a:solidFill>
                <a:latin typeface="Consolas"/>
              </a:rPr>
              <a:t>   = </a:t>
            </a:r>
            <a:r>
              <a:rPr sz="1050" b="0" i="0">
                <a:solidFill>
                  <a:srgbClr val="F0C06A"/>
                </a:solidFill>
                <a:latin typeface="Consolas"/>
              </a:rPr>
              <a:t>"ol8-lab"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CE7E1"/>
                </a:solidFill>
                <a:latin typeface="Consolas"/>
              </a:rPr>
              <a:t>    vb</a:t>
            </a:r>
            <a:r>
              <a:rPr sz="1050" b="0" i="0">
                <a:solidFill>
                  <a:srgbClr val="9CC3D5"/>
                </a:solidFill>
                <a:latin typeface="Consolas"/>
              </a:rPr>
              <a:t>.memory</a:t>
            </a:r>
            <a:r>
              <a:rPr sz="1050" b="0" i="0">
                <a:solidFill>
                  <a:srgbClr val="ECE7E1"/>
                </a:solidFill>
                <a:latin typeface="Consolas"/>
              </a:rPr>
              <a:t> = </a:t>
            </a:r>
            <a:r>
              <a:rPr sz="1050" b="0" i="0">
                <a:solidFill>
                  <a:srgbClr val="F0C06A"/>
                </a:solidFill>
                <a:latin typeface="Consolas"/>
              </a:rPr>
              <a:t>4096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CE7E1"/>
                </a:solidFill>
                <a:latin typeface="Consolas"/>
              </a:rPr>
              <a:t>    vb</a:t>
            </a:r>
            <a:r>
              <a:rPr sz="1050" b="0" i="0">
                <a:solidFill>
                  <a:srgbClr val="9CC3D5"/>
                </a:solidFill>
                <a:latin typeface="Consolas"/>
              </a:rPr>
              <a:t>.cpus</a:t>
            </a:r>
            <a:r>
              <a:rPr sz="1050" b="0" i="0">
                <a:solidFill>
                  <a:srgbClr val="ECE7E1"/>
                </a:solidFill>
                <a:latin typeface="Consolas"/>
              </a:rPr>
              <a:t>   = </a:t>
            </a:r>
            <a:r>
              <a:rPr sz="1050" b="0" i="0">
                <a:solidFill>
                  <a:srgbClr val="F0C06A"/>
                </a:solidFill>
                <a:latin typeface="Consolas"/>
              </a:rPr>
              <a:t>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CE7E1"/>
                </a:solidFill>
                <a:latin typeface="Consolas"/>
              </a:rPr>
              <a:t>  </a:t>
            </a:r>
            <a:r>
              <a:rPr sz="1050" b="0" i="0">
                <a:solidFill>
                  <a:srgbClr val="D88C7E"/>
                </a:solidFill>
                <a:latin typeface="Consolas"/>
              </a:rPr>
              <a:t>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CE7E1"/>
                </a:solidFill>
                <a:latin typeface="Consolas"/>
              </a:rPr>
              <a:t>  config</a:t>
            </a:r>
            <a:r>
              <a:rPr sz="1050" b="0" i="0">
                <a:solidFill>
                  <a:srgbClr val="9CC3D5"/>
                </a:solidFill>
                <a:latin typeface="Consolas"/>
              </a:rPr>
              <a:t>.vm.provision</a:t>
            </a:r>
            <a:r>
              <a:rPr sz="1050" b="0" i="0">
                <a:solidFill>
                  <a:srgbClr val="ECE7E1"/>
                </a:solidFill>
                <a:latin typeface="Consolas"/>
              </a:rPr>
              <a:t> </a:t>
            </a:r>
            <a:r>
              <a:rPr sz="1050" b="0" i="0">
                <a:solidFill>
                  <a:srgbClr val="F0C06A"/>
                </a:solidFill>
                <a:latin typeface="Consolas"/>
              </a:rPr>
              <a:t>"shell"</a:t>
            </a:r>
            <a:r>
              <a:rPr sz="1050" b="0" i="0">
                <a:solidFill>
                  <a:srgbClr val="ECE7E1"/>
                </a:solidFill>
                <a:latin typeface="Consolas"/>
              </a:rPr>
              <a:t>,    </a:t>
            </a:r>
            <a:r>
              <a:rPr sz="1050" b="0" i="0">
                <a:solidFill>
                  <a:srgbClr val="F0C06A"/>
                </a:solidFill>
                <a:latin typeface="Consolas"/>
              </a:rPr>
              <a:t># runs after first boot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CE7E1"/>
                </a:solidFill>
                <a:latin typeface="Consolas"/>
              </a:rPr>
              <a:t>    inline: </a:t>
            </a:r>
            <a:r>
              <a:rPr sz="1050" b="0" i="0">
                <a:solidFill>
                  <a:srgbClr val="F0C06A"/>
                </a:solidFill>
                <a:latin typeface="Consolas"/>
              </a:rPr>
              <a:t>"dnf install -y git vim"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88C7E"/>
                </a:solidFill>
                <a:latin typeface="Consolas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787110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C74634"/>
                </a:solidFill>
              </a:rPr>
              <a:t>▶ </a:t>
            </a:r>
            <a:r>
              <a:rPr sz="1200" b="0" i="0">
                <a:solidFill>
                  <a:srgbClr val="312D2A"/>
                </a:solidFill>
              </a:rPr>
              <a:t>Commit this file to your repo, and vagrant up rebuilds the exact same machine on any host — no manual VirtualBox setup.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The Vagrant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312D2A"/>
                </a:solidFill>
              </a:rPr>
              <a:t>The full lifecycle of a machine — five commands, all run from the folder that holds your Vagrantfile.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450000"/>
            <a:ext cx="10671048" cy="4600000"/>
          </a:xfrm>
          <a:prstGeom prst="roundRect">
            <a:avLst>
              <a:gd name="adj" fmla="val 2000"/>
            </a:avLst>
          </a:prstGeom>
          <a:solidFill>
            <a:srgbClr val="EEF1F0"/>
          </a:solidFill>
          <a:ln w="12700">
            <a:solidFill>
              <a:srgbClr val="CFD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0" tIns="250000" rIns="360000" bIns="250000" rtlCol="0" anchor="t"/>
          <a:lstStyle/>
          <a:p>
            <a:pPr algn="l"/>
            <a:r>
              <a:rPr sz="1800" b="1" i="0">
                <a:solidFill>
                  <a:srgbClr val="C74634"/>
                </a:solidFill>
              </a:rPr>
              <a:t>The core commands</a:t>
            </a:r>
            <a:r>
              <a:rPr sz="1200" b="0" i="0">
                <a:solidFill>
                  <a:srgbClr val="6B635C"/>
                </a:solidFill>
              </a:rPr>
              <a:t>      ·      run from your project folder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312D2A"/>
                </a:solidFill>
              </a:rPr>
              <a:t>1.  </a:t>
            </a:r>
            <a:r>
              <a:rPr sz="1400" b="0" i="0">
                <a:solidFill>
                  <a:srgbClr val="312D2A"/>
                </a:solidFill>
              </a:rPr>
              <a:t>vagrant init  —  creates a starter Vagrantfile in the current folder.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312D2A"/>
                </a:solidFill>
              </a:rPr>
              <a:t>2.  </a:t>
            </a:r>
            <a:r>
              <a:rPr sz="1400" b="0" i="0">
                <a:solidFill>
                  <a:srgbClr val="312D2A"/>
                </a:solidFill>
              </a:rPr>
              <a:t>vagrant up  —  fetches the box, then builds and boots the VM in VirtualBox.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312D2A"/>
                </a:solidFill>
              </a:rPr>
              <a:t>3.  </a:t>
            </a:r>
            <a:r>
              <a:rPr sz="1400" b="0" i="0">
                <a:solidFill>
                  <a:srgbClr val="312D2A"/>
                </a:solidFill>
              </a:rPr>
              <a:t>vagrant ssh  —  drops you straight into the running guest.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312D2A"/>
                </a:solidFill>
              </a:rPr>
              <a:t>4.  </a:t>
            </a:r>
            <a:r>
              <a:rPr sz="1400" b="0" i="0">
                <a:solidFill>
                  <a:srgbClr val="312D2A"/>
                </a:solidFill>
              </a:rPr>
              <a:t>vagrant halt  —  powers the VM off; vagrant reload re-reads the file.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312D2A"/>
                </a:solidFill>
              </a:rPr>
              <a:t>5.  </a:t>
            </a:r>
            <a:r>
              <a:rPr sz="1400" b="0" i="0">
                <a:solidFill>
                  <a:srgbClr val="312D2A"/>
                </a:solidFill>
              </a:rPr>
              <a:t>vagrant destroy  —  deletes the VM so you can rebuild from scratch.</a:t>
            </a:r>
          </a:p>
          <a:p>
            <a:pPr algn="l">
              <a:spcBef>
                <a:spcPts val="1400"/>
              </a:spcBef>
            </a:pPr>
            <a:r>
              <a:rPr sz="1400" b="1" i="0">
                <a:solidFill>
                  <a:srgbClr val="C74634"/>
                </a:solidFill>
              </a:rPr>
              <a:t>What this gives you</a:t>
            </a:r>
          </a:p>
          <a:p>
            <a:pPr algn="l"/>
            <a:r>
              <a:rPr sz="1400" b="1" i="0">
                <a:solidFill>
                  <a:srgbClr val="2B6242"/>
                </a:solidFill>
              </a:rPr>
              <a:t>✓  </a:t>
            </a:r>
            <a:r>
              <a:rPr sz="1400" b="0" i="0">
                <a:solidFill>
                  <a:srgbClr val="312D2A"/>
                </a:solidFill>
              </a:rPr>
              <a:t>The Vagrantfile is the source of truth — the same commands recreate an identical VM anywhere.</a:t>
            </a:r>
          </a:p>
          <a:p>
            <a:pPr algn="l"/>
            <a:r>
              <a:rPr sz="1400" b="1" i="0">
                <a:solidFill>
                  <a:srgbClr val="2B6242"/>
                </a:solidFill>
              </a:rPr>
              <a:t>✓  </a:t>
            </a:r>
            <a:r>
              <a:rPr sz="1400" b="0" i="0">
                <a:solidFill>
                  <a:srgbClr val="312D2A"/>
                </a:solidFill>
              </a:rPr>
              <a:t>vagrant up is idempotent: run it again and it only applies what is missing.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 wrap="square"/>
          <a:lstStyle/>
          <a:p>
            <a:pPr>
              <a:buNone/>
            </a:pPr>
            <a:r>
              <a:rPr sz="1600" b="1" i="0">
                <a:solidFill>
                  <a:srgbClr val="312D2A"/>
                </a:solidFill>
              </a:rPr>
              <a:t>Reproducible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Identical VMs</a:t>
            </a:r>
            <a:r>
              <a:rPr sz="1400" b="0" i="0">
                <a:solidFill>
                  <a:srgbClr val="312D2A"/>
                </a:solidFill>
              </a:rPr>
              <a:t> every time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No drift</a:t>
            </a:r>
            <a:r>
              <a:rPr sz="1400" b="0" i="0">
                <a:solidFill>
                  <a:srgbClr val="312D2A"/>
                </a:solidFill>
              </a:rPr>
              <a:t> between machines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In git</a:t>
            </a:r>
            <a:r>
              <a:rPr sz="1400" b="0" i="0">
                <a:solidFill>
                  <a:srgbClr val="312D2A"/>
                </a:solidFill>
              </a:rPr>
              <a:t> with your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pPr>
              <a:buNone/>
            </a:pPr>
            <a:r>
              <a:rPr sz="1600" b="1" i="0">
                <a:solidFill>
                  <a:srgbClr val="312D2A"/>
                </a:solidFill>
              </a:rPr>
              <a:t>Fast to spin up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One command</a:t>
            </a:r>
            <a:r>
              <a:rPr sz="1400" b="0" i="0">
                <a:solidFill>
                  <a:srgbClr val="312D2A"/>
                </a:solidFill>
              </a:rPr>
              <a:t> to build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Boxes cached</a:t>
            </a:r>
            <a:r>
              <a:rPr sz="1400" b="0" i="0">
                <a:solidFill>
                  <a:srgbClr val="312D2A"/>
                </a:solidFill>
              </a:rPr>
              <a:t> locally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Destroy</a:t>
            </a:r>
            <a:r>
              <a:rPr sz="1400" b="0" i="0">
                <a:solidFill>
                  <a:srgbClr val="312D2A"/>
                </a:solidFill>
              </a:rPr>
              <a:t> &amp; rebuild freely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 wrap="square"/>
          <a:lstStyle/>
          <a:p>
            <a:pPr>
              <a:buNone/>
            </a:pPr>
            <a:r>
              <a:rPr sz="1600" b="1" i="0">
                <a:solidFill>
                  <a:srgbClr val="312D2A"/>
                </a:solidFill>
              </a:rPr>
              <a:t>Team-friendly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Share one file</a:t>
            </a:r>
            <a:r>
              <a:rPr sz="1400" b="0" i="0">
                <a:solidFill>
                  <a:srgbClr val="312D2A"/>
                </a:solidFill>
              </a:rPr>
              <a:t> not a wiki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Onboard</a:t>
            </a:r>
            <a:r>
              <a:rPr sz="1400" b="0" i="0">
                <a:solidFill>
                  <a:srgbClr val="312D2A"/>
                </a:solidFill>
              </a:rPr>
              <a:t> in minutes</a:t>
            </a:r>
          </a:p>
          <a:p>
            <a:pPr marL="285750" indent="-285750">
              <a:buFont typeface="Arial"/>
              <a:buChar char="•"/>
            </a:pPr>
            <a:r>
              <a:rPr sz="1400" b="1" i="0">
                <a:solidFill>
                  <a:srgbClr val="312D2A"/>
                </a:solidFill>
              </a:rPr>
              <a:t>Any host OS</a:t>
            </a:r>
            <a:r>
              <a:rPr sz="1400" b="0" i="0">
                <a:solidFill>
                  <a:srgbClr val="312D2A"/>
                </a:solidFill>
              </a:rPr>
              <a:t> — same result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Why Pair Them?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312D2A"/>
                </a:solidFill>
              </a:rPr>
              <a:t>VirtualBox alone means click-by-click setup; Vagrant alone virtualizes nothing. Together they turn a whole environment into code.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39130"/>
            <a:ext cx="5022325" cy="822960"/>
          </a:xfrm>
        </p:spPr>
        <p:txBody>
          <a:bodyPr/>
          <a:lstStyle/>
          <a:p>
            <a:r>
              <a:rPr dirty="0"/>
              <a:t>Get started in 3 commands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7"/>
          </p:nvPr>
        </p:nvSpPr>
        <p:spPr>
          <a:xfrm>
            <a:off x="755125" y="3337197"/>
            <a:ext cx="5029200" cy="266291"/>
          </a:xfrm>
        </p:spPr>
        <p:txBody>
          <a:bodyPr/>
          <a:lstStyle/>
          <a:p>
            <a:r>
              <a:rPr dirty="0"/>
              <a:t>vagrant </a:t>
            </a:r>
            <a:r>
              <a:rPr dirty="0" err="1"/>
              <a:t>init</a:t>
            </a:r>
            <a:r>
              <a:rPr dirty="0"/>
              <a:t> </a:t>
            </a:r>
            <a:r>
              <a:rPr dirty="0" err="1"/>
              <a:t>oraclelinux</a:t>
            </a:r>
            <a:r>
              <a:rPr dirty="0"/>
              <a:t>/8  →  vagrant up  →  vagrant ssh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t>Install VirtualBox and Vagrant, drop a Vagrantfile in a folder, and you have a reproducible VM as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ent Master Pillars">
  <a:themeElements>
    <a:clrScheme name="Oracle Redwood 08-26-2020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00688C"/>
      </a:hlink>
      <a:folHlink>
        <a:srgbClr val="00688C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Ocean">
      <a:srgbClr val="2C5967"/>
    </a:custClr>
    <a:custClr name="Surf">
      <a:srgbClr val="41817E"/>
    </a:custClr>
    <a:custClr name="Sand">
      <a:srgbClr val="E5DBBE"/>
    </a:custClr>
    <a:custClr name="Pebble">
      <a:srgbClr val="8B8580"/>
    </a:custClr>
    <a:custClr name="Granite">
      <a:srgbClr val="67605B"/>
    </a:custClr>
    <a:custClr name="Position 6">
      <a:srgbClr val="FFFFFF"/>
    </a:custClr>
    <a:custClr name="Highlight/hyperlink dark theme">
      <a:srgbClr val="F0CC71"/>
    </a:custClr>
    <a:custClr name="Highlight/numbered list light theme">
      <a:srgbClr val="AE562C"/>
    </a:custClr>
    <a:custClr name="Hyperlink light theme (default)">
      <a:srgbClr val="00688C"/>
    </a:custClr>
    <a:custClr name="Numbered list dark theme">
      <a:srgbClr val="759C6C"/>
    </a:custClr>
    <a:custClr name="Brand: Neutral 30">
      <a:srgbClr val="F1EFED"/>
    </a:custClr>
    <a:custClr name="Developer: Pebble 30">
      <a:srgbClr val="E7F0FD"/>
    </a:custClr>
    <a:custClr name="Database: Slate 30">
      <a:srgbClr val="E7F2F2"/>
    </a:custClr>
    <a:custClr name="Cloud Platform: Pine 30">
      <a:srgbClr val="E0F5E7"/>
    </a:custClr>
    <a:custClr name="Finance / Operations: Teal 30">
      <a:srgbClr val="E8F1F0"/>
    </a:custClr>
    <a:custClr name="NetSuite: Ocean 30">
      <a:srgbClr val="E7F2F5"/>
    </a:custClr>
    <a:custClr name="GBU: Lilac 30">
      <a:srgbClr val="EBEFFE"/>
    </a:custClr>
    <a:custClr name="CX/Marketing: Plum 30">
      <a:srgbClr val="F5ECFB"/>
    </a:custClr>
    <a:custClr name="HCM/HR: Rose 30">
      <a:srgbClr val="FBECEF"/>
    </a:custClr>
    <a:custClr name="SCM: Sienna 30">
      <a:srgbClr val="FCEDD9"/>
    </a:custClr>
    <a:custClr name="Brand: Neutral 70">
      <a:srgbClr val="AEA8A2"/>
    </a:custClr>
    <a:custClr name="Developer: Pebble 70">
      <a:srgbClr val="A2AAB6"/>
    </a:custClr>
    <a:custClr name="Database: Slate 70">
      <a:srgbClr val="99ADAE"/>
    </a:custClr>
    <a:custClr name="Cloud Platform: Pine 70">
      <a:srgbClr val="86B596"/>
    </a:custClr>
    <a:custClr name="Finance / Operations: Teal 70">
      <a:srgbClr val="89B2B0"/>
    </a:custClr>
    <a:custClr name="NetSuite: Ocean 70">
      <a:srgbClr val="81B2C3"/>
    </a:custClr>
    <a:custClr name="GBU: Lilac 70">
      <a:srgbClr val="A0A9C5"/>
    </a:custClr>
    <a:custClr name="CX/Marketing: Plum 70">
      <a:srgbClr val="B7A1C4"/>
    </a:custClr>
    <a:custClr name="HCM/HR: Rose 70">
      <a:srgbClr val="CE9BA7"/>
    </a:custClr>
    <a:custClr name="SCM: Sienna 70">
      <a:srgbClr val="D39F5D"/>
    </a:custClr>
    <a:custClr name="Brand: Neutral 140">
      <a:srgbClr val="514C47"/>
    </a:custClr>
    <a:custClr name="Developer: Pebble 140">
      <a:srgbClr val="494D53"/>
    </a:custClr>
    <a:custClr name="Database: Slate 140">
      <a:srgbClr val="464F4F"/>
    </a:custClr>
    <a:custClr name="Cloud Platform: Pine 140">
      <a:srgbClr val="33553C"/>
    </a:custClr>
    <a:custClr name="Finance / Operations: Teal 140">
      <a:srgbClr val="315357"/>
    </a:custClr>
    <a:custClr name="NetSuite: Ocean 140">
      <a:srgbClr val="2C5266"/>
    </a:custClr>
    <a:custClr name="GBU: Lilac 140">
      <a:srgbClr val="464C68"/>
    </a:custClr>
    <a:custClr name="CX/Marketing: Plum 140">
      <a:srgbClr val="594564"/>
    </a:custClr>
    <a:custClr name="HCM/HR: Rose 140">
      <a:srgbClr val="6C3F49"/>
    </a:custClr>
    <a:custClr name="SCM: Sienna 140">
      <a:srgbClr val="713F25"/>
    </a:custClr>
    <a:custClr name="Brand: Neutral 170">
      <a:srgbClr val="312D2A"/>
    </a:custClr>
    <a:custClr name="Developer: Pebble 170">
      <a:srgbClr val="2B2E32"/>
    </a:custClr>
    <a:custClr name="Database: Slate 170">
      <a:srgbClr val="2A2F2F"/>
    </a:custClr>
    <a:custClr name="Cloud Platform: Pine 170">
      <a:srgbClr val="1E3224"/>
    </a:custClr>
    <a:custClr name="Finance / Operations: Teal 170">
      <a:srgbClr val="1E3133"/>
    </a:custClr>
    <a:custClr name="NetSuite: Ocean 170">
      <a:srgbClr val="1A2F3F"/>
    </a:custClr>
    <a:custClr name="GBU: Lilac 170">
      <a:srgbClr val="2A2D3F"/>
    </a:custClr>
    <a:custClr name="CX/Marketing: Plum 170">
      <a:srgbClr val="36293C"/>
    </a:custClr>
    <a:custClr name="HCM/HR: Rose 170">
      <a:srgbClr val="41242B"/>
    </a:custClr>
    <a:custClr name="SCM: Sienna 170">
      <a:srgbClr val="442616"/>
    </a:custClr>
  </a:custClrLst>
  <a:extLst>
    <a:ext uri="{05A4C25C-085E-4340-85A3-A5531E510DB2}">
      <thm15:themeFamily xmlns:thm15="http://schemas.microsoft.com/office/thememl/2012/main" name="Presentation13" id="{6164B478-3D20-BB4C-A632-32E21E358D86}" vid="{1A11B21F-84EF-0C4B-90F9-63039C69D331}"/>
    </a:ext>
  </a:extLst>
</a:theme>
</file>

<file path=ppt/theme/theme2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racle Redwood 06-2020">
    <a:dk1>
      <a:srgbClr val="312D2A"/>
    </a:dk1>
    <a:lt1>
      <a:srgbClr val="FCFBFA"/>
    </a:lt1>
    <a:dk2>
      <a:srgbClr val="312D2A"/>
    </a:dk2>
    <a:lt2>
      <a:srgbClr val="FCFBFA"/>
    </a:lt2>
    <a:accent1>
      <a:srgbClr val="C74634"/>
    </a:accent1>
    <a:accent2>
      <a:srgbClr val="FACD62"/>
    </a:accent2>
    <a:accent3>
      <a:srgbClr val="94AFAF"/>
    </a:accent3>
    <a:accent4>
      <a:srgbClr val="2B6242"/>
    </a:accent4>
    <a:accent5>
      <a:srgbClr val="AE562C"/>
    </a:accent5>
    <a:accent6>
      <a:srgbClr val="759C6C"/>
    </a:accent6>
    <a:hlink>
      <a:srgbClr val="2C5967"/>
    </a:hlink>
    <a:folHlink>
      <a:srgbClr val="2C596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1273bc5-5bb9-41e3-a023-94876dc48af9" xsi:nil="true"/>
    <lcf76f155ced4ddcb4097134ff3c332f xmlns="2f8e0def-26ef-404d-be00-2f9a179d9ef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74CFD70489884CAD48BD0D3261C77B" ma:contentTypeVersion="12" ma:contentTypeDescription="Create a new document." ma:contentTypeScope="" ma:versionID="38c71642143020dbb907e57bac0c4409">
  <xsd:schema xmlns:xsd="http://www.w3.org/2001/XMLSchema" xmlns:xs="http://www.w3.org/2001/XMLSchema" xmlns:p="http://schemas.microsoft.com/office/2006/metadata/properties" xmlns:ns2="2f8e0def-26ef-404d-be00-2f9a179d9ef7" xmlns:ns3="61273bc5-5bb9-41e3-a023-94876dc48af9" targetNamespace="http://schemas.microsoft.com/office/2006/metadata/properties" ma:root="true" ma:fieldsID="84f98d6b5fa4a46cbff06abe66e8b305" ns2:_="" ns3:_="">
    <xsd:import namespace="2f8e0def-26ef-404d-be00-2f9a179d9ef7"/>
    <xsd:import namespace="61273bc5-5bb9-41e3-a023-94876dc48a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8e0def-26ef-404d-be00-2f9a179d9e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b6b08d2-6182-4197-8221-8710a9404ce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273bc5-5bb9-41e3-a023-94876dc48af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f7aac2f-d82b-4b15-acb4-0c7ee2d77b41}" ma:internalName="TaxCatchAll" ma:showField="CatchAllData" ma:web="61273bc5-5bb9-41e3-a023-94876dc48a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3565779-2808-4B89-A37E-962D37C5CD1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162223-F1A6-46CD-A5A9-A80ACFBC50BF}">
  <ds:schemaRefs>
    <ds:schemaRef ds:uri="61273bc5-5bb9-41e3-a023-94876dc48af9"/>
    <ds:schemaRef ds:uri="http://purl.org/dc/elements/1.1/"/>
    <ds:schemaRef ds:uri="2f8e0def-26ef-404d-be00-2f9a179d9ef7"/>
    <ds:schemaRef ds:uri="http://purl.org/dc/dcmitype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C93FEA09-D0FB-4049-977C-9CC29F59844A}">
  <ds:schemaRefs>
    <ds:schemaRef ds:uri="2f8e0def-26ef-404d-be00-2f9a179d9ef7"/>
    <ds:schemaRef ds:uri="61273bc5-5bb9-41e3-a023-94876dc48af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3c76ce46-357f-46de-88d6-77b9bbb83c46}" enabled="1" method="Privileged" siteId="{4e2c6054-71cb-48f1-bd6c-3a9705aca71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18479</TotalTime>
  <Words>871</Words>
  <Application>Microsoft Macintosh PowerPoint</Application>
  <PresentationFormat>Widescreen</PresentationFormat>
  <Paragraphs>116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Consolas</vt:lpstr>
      <vt:lpstr>Oracle Sans Light</vt:lpstr>
      <vt:lpstr>Oracle Sans Tab</vt:lpstr>
      <vt:lpstr>Oracle Sans Tab Light</vt:lpstr>
      <vt:lpstr>System Font Regular</vt:lpstr>
      <vt:lpstr>Parent Master Pillars</vt:lpstr>
      <vt:lpstr>VirtualBox &amp; Vagrant</vt:lpstr>
      <vt:lpstr>PowerPoint Presentation</vt:lpstr>
      <vt:lpstr>What This Deck Covers</vt:lpstr>
      <vt:lpstr>What Is VirtualBox?</vt:lpstr>
      <vt:lpstr>What Is Vagrant?</vt:lpstr>
      <vt:lpstr>How They Work Together</vt:lpstr>
      <vt:lpstr>The Integration: Vagrant Drives VirtualBox</vt:lpstr>
      <vt:lpstr>Anatomy of a Vagrantfile</vt:lpstr>
      <vt:lpstr>The Vagrant Workflow</vt:lpstr>
      <vt:lpstr>Why Pair Them?</vt:lpstr>
      <vt:lpstr>Get started in 3 commands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this slide deck</dc:title>
  <dc:creator>Alex Blyth</dc:creator>
  <cp:lastModifiedBy>Muralidharan Chellappan</cp:lastModifiedBy>
  <cp:revision>153</cp:revision>
  <dcterms:created xsi:type="dcterms:W3CDTF">2024-11-13T05:33:08Z</dcterms:created>
  <dcterms:modified xsi:type="dcterms:W3CDTF">2026-07-06T06:46:45Z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2231507</vt:lpwstr>
  </property>
  <property fmtid="{D5CDD505-2E9C-101B-9397-08002B2CF9AE}" pid="3" name="NXPowerLiteSettings">
    <vt:lpwstr>C700052003A000</vt:lpwstr>
  </property>
  <property fmtid="{D5CDD505-2E9C-101B-9397-08002B2CF9AE}" pid="4" name="NXPowerLiteVersion">
    <vt:lpwstr>D8.0.11</vt:lpwstr>
  </property>
  <property fmtid="{D5CDD505-2E9C-101B-9397-08002B2CF9AE}" pid="5" name="ContentTypeId">
    <vt:lpwstr>0x0101000F74CFD70489884CAD48BD0D3261C77B</vt:lpwstr>
  </property>
  <property fmtid="{D5CDD505-2E9C-101B-9397-08002B2CF9AE}" pid="6" name="MediaServiceImageTags">
    <vt:lpwstr/>
  </property>
  <property fmtid="{D5CDD505-2E9C-101B-9397-08002B2CF9AE}" pid="7" name="MSIP_Label_3c76ce46-357f-46de-88d6-77b9bbb83c46_Enabled">
    <vt:lpwstr>true</vt:lpwstr>
  </property>
  <property fmtid="{D5CDD505-2E9C-101B-9397-08002B2CF9AE}" pid="8" name="MSIP_Label_3c76ce46-357f-46de-88d6-77b9bbb83c46_SetDate">
    <vt:lpwstr>2025-01-07T03:47:21Z</vt:lpwstr>
  </property>
  <property fmtid="{D5CDD505-2E9C-101B-9397-08002B2CF9AE}" pid="9" name="MSIP_Label_3c76ce46-357f-46de-88d6-77b9bbb83c46_Method">
    <vt:lpwstr>Privileged</vt:lpwstr>
  </property>
  <property fmtid="{D5CDD505-2E9C-101B-9397-08002B2CF9AE}" pid="10" name="MSIP_Label_3c76ce46-357f-46de-88d6-77b9bbb83c46_Name">
    <vt:lpwstr>Public</vt:lpwstr>
  </property>
  <property fmtid="{D5CDD505-2E9C-101B-9397-08002B2CF9AE}" pid="11" name="MSIP_Label_3c76ce46-357f-46de-88d6-77b9bbb83c46_SiteId">
    <vt:lpwstr>4e2c6054-71cb-48f1-bd6c-3a9705aca71b</vt:lpwstr>
  </property>
  <property fmtid="{D5CDD505-2E9C-101B-9397-08002B2CF9AE}" pid="12" name="MSIP_Label_3c76ce46-357f-46de-88d6-77b9bbb83c46_ActionId">
    <vt:lpwstr>a2675387-02f5-496a-8b83-627540803171</vt:lpwstr>
  </property>
  <property fmtid="{D5CDD505-2E9C-101B-9397-08002B2CF9AE}" pid="13" name="MSIP_Label_3c76ce46-357f-46de-88d6-77b9bbb83c46_ContentBits">
    <vt:lpwstr>0</vt:lpwstr>
  </property>
</Properties>
</file>